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y="13716000" cx="24387175"/>
  <p:notesSz cx="13716000" cy="24387175"/>
  <p:embeddedFontLst>
    <p:embeddedFont>
      <p:font typeface="Geo"/>
      <p:regular r:id="rId37"/>
      <p:italic r:id="rId38"/>
    </p:embeddedFont>
    <p:embeddedFont>
      <p:font typeface="Helvetica Neue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lveticaNeue-bold.fntdata"/><Relationship Id="rId20" Type="http://schemas.openxmlformats.org/officeDocument/2006/relationships/slide" Target="slides/slide16.xml"/><Relationship Id="rId42" Type="http://schemas.openxmlformats.org/officeDocument/2006/relationships/font" Target="fonts/HelveticaNeue-boldItalic.fntdata"/><Relationship Id="rId41" Type="http://schemas.openxmlformats.org/officeDocument/2006/relationships/font" Target="fonts/HelveticaNeue-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Geo-regular.fntdata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font" Target="fonts/HelveticaNeue-regular.fntdata"/><Relationship Id="rId16" Type="http://schemas.openxmlformats.org/officeDocument/2006/relationships/slide" Target="slides/slide12.xml"/><Relationship Id="rId38" Type="http://schemas.openxmlformats.org/officeDocument/2006/relationships/font" Target="fonts/Geo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4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4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5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6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7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8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8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9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9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0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0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1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1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2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2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3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3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4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4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5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5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6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6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7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7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8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8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9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9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0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0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1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1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2:notes"/>
          <p:cNvSpPr txBox="1"/>
          <p:nvPr>
            <p:ph idx="1" type="body"/>
          </p:nvPr>
        </p:nvSpPr>
        <p:spPr>
          <a:xfrm>
            <a:off x="1371600" y="11583900"/>
            <a:ext cx="10972800" cy="109742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2:notes"/>
          <p:cNvSpPr/>
          <p:nvPr>
            <p:ph idx="2" type="sldImg"/>
          </p:nvPr>
        </p:nvSpPr>
        <p:spPr>
          <a:xfrm>
            <a:off x="2286450" y="1829025"/>
            <a:ext cx="9144450" cy="91451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1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9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showMasterSp="0">
  <p:cSld name="Cover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1442485" y="5625731"/>
            <a:ext cx="16441478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9600"/>
              <a:buFont typeface="Arial"/>
              <a:buNone/>
              <a:defRPr b="1" i="0" sz="9600" u="none" cap="none" strike="noStrike">
                <a:solidFill>
                  <a:srgbClr val="2A609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2"/>
          <p:cNvSpPr txBox="1"/>
          <p:nvPr>
            <p:ph idx="1" type="body"/>
          </p:nvPr>
        </p:nvSpPr>
        <p:spPr>
          <a:xfrm>
            <a:off x="1442485" y="7531101"/>
            <a:ext cx="16441478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720"/>
              </a:spcBef>
              <a:spcAft>
                <a:spcPts val="0"/>
              </a:spcAft>
              <a:buClr>
                <a:srgbClr val="747474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4747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57200" lvl="1" marL="914400" marR="0" rtl="0" algn="l">
              <a:spcBef>
                <a:spcPts val="720"/>
              </a:spcBef>
              <a:spcAft>
                <a:spcPts val="0"/>
              </a:spcAft>
              <a:buClr>
                <a:srgbClr val="747474"/>
              </a:buClr>
              <a:buSzPts val="3600"/>
              <a:buFont typeface="Arial"/>
              <a:buChar char="–"/>
              <a:defRPr b="0" i="0" sz="3600" u="none" cap="none" strike="noStrike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457200" lvl="2" marL="1371600" marR="0" rtl="0" algn="l">
              <a:spcBef>
                <a:spcPts val="720"/>
              </a:spcBef>
              <a:spcAft>
                <a:spcPts val="0"/>
              </a:spcAft>
              <a:buClr>
                <a:srgbClr val="747474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457200" lvl="3" marL="1828800" marR="0" rtl="0" algn="l">
              <a:spcBef>
                <a:spcPts val="720"/>
              </a:spcBef>
              <a:spcAft>
                <a:spcPts val="0"/>
              </a:spcAft>
              <a:buClr>
                <a:srgbClr val="747474"/>
              </a:buClr>
              <a:buSzPts val="3600"/>
              <a:buFont typeface="Arial"/>
              <a:buChar char="–"/>
              <a:defRPr b="0" i="0" sz="3600" u="none" cap="none" strike="noStrike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457200" lvl="4" marL="2286000" marR="0" rtl="0" algn="l">
              <a:spcBef>
                <a:spcPts val="720"/>
              </a:spcBef>
              <a:spcAft>
                <a:spcPts val="0"/>
              </a:spcAft>
              <a:buClr>
                <a:srgbClr val="747474"/>
              </a:buClr>
              <a:buSzPts val="3600"/>
              <a:buFont typeface="Arial"/>
              <a:buChar char="»"/>
              <a:defRPr b="0" i="0" sz="3600" u="none" cap="none" strike="noStrike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578850"/>
            <a:ext cx="24387048" cy="440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19230210" y="12612914"/>
            <a:ext cx="3742734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3200"/>
              <a:buFont typeface="Geo"/>
              <a:buNone/>
            </a:pPr>
            <a:r>
              <a:rPr b="0" i="0" lang="en-US" sz="3200" u="none" cap="none" strike="noStrike">
                <a:solidFill>
                  <a:srgbClr val="2A609D"/>
                </a:solidFill>
                <a:latin typeface="Geo"/>
                <a:ea typeface="Geo"/>
                <a:cs typeface="Geo"/>
                <a:sym typeface="Geo"/>
              </a:rPr>
              <a:t>CzechDreamin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" showMasterSp="0">
  <p:cSld name="Pictur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442485" y="5959798"/>
            <a:ext cx="7701515" cy="1073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4800"/>
              <a:buFont typeface="Arial"/>
              <a:buNone/>
              <a:defRPr b="1" i="0" sz="4800" u="none" cap="none" strike="noStrike">
                <a:solidFill>
                  <a:srgbClr val="2A609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descr=" 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2954000"/>
            <a:ext cx="24387048" cy="12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"/>
          <p:cNvPicPr preferRelativeResize="0"/>
          <p:nvPr>
            <p:ph idx="2" type="pic"/>
          </p:nvPr>
        </p:nvPicPr>
        <p:blipFill/>
        <p:spPr>
          <a:xfrm>
            <a:off x="12295136" y="1625600"/>
            <a:ext cx="10466109" cy="10464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7" name="Google Shape;17;p3"/>
          <p:cNvSpPr txBox="1"/>
          <p:nvPr>
            <p:ph idx="1" type="body"/>
          </p:nvPr>
        </p:nvSpPr>
        <p:spPr>
          <a:xfrm>
            <a:off x="1442483" y="7176851"/>
            <a:ext cx="7701516" cy="4761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3"/>
          <p:cNvSpPr/>
          <p:nvPr/>
        </p:nvSpPr>
        <p:spPr>
          <a:xfrm>
            <a:off x="20665483" y="13068300"/>
            <a:ext cx="2807051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2400"/>
              <a:buFont typeface="Geo"/>
              <a:buNone/>
            </a:pPr>
            <a:r>
              <a:rPr b="0" i="0" lang="en-US" sz="2400" u="none" cap="none" strike="noStrike">
                <a:solidFill>
                  <a:srgbClr val="2A609D"/>
                </a:solidFill>
                <a:latin typeface="Geo"/>
                <a:ea typeface="Geo"/>
                <a:cs typeface="Geo"/>
                <a:sym typeface="Geo"/>
              </a:rPr>
              <a:t>CzechDreamin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Alt 1" showMasterSp="0">
  <p:cSld name="Picture Alt 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1442485" y="2492496"/>
            <a:ext cx="7701515" cy="1073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6000"/>
              <a:buFont typeface="Arial"/>
              <a:buNone/>
              <a:defRPr b="1" i="0" sz="6000" u="none" cap="none" strike="noStrike">
                <a:solidFill>
                  <a:srgbClr val="2A609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descr=" " id="21" name="Google Shape;2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2954000"/>
            <a:ext cx="24387048" cy="12702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/>
          <p:nvPr/>
        </p:nvSpPr>
        <p:spPr>
          <a:xfrm>
            <a:off x="20665483" y="13068300"/>
            <a:ext cx="2807051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2400"/>
              <a:buFont typeface="Geo"/>
              <a:buNone/>
            </a:pPr>
            <a:r>
              <a:rPr b="0" i="0" lang="en-US" sz="2400" u="none" cap="none" strike="noStrike">
                <a:solidFill>
                  <a:srgbClr val="2A609D"/>
                </a:solidFill>
                <a:latin typeface="Geo"/>
                <a:ea typeface="Geo"/>
                <a:cs typeface="Geo"/>
                <a:sym typeface="Geo"/>
              </a:rPr>
              <a:t>CzechDreamin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" name="Google Shape;23;p4"/>
          <p:cNvPicPr preferRelativeResize="0"/>
          <p:nvPr>
            <p:ph idx="2" type="pic"/>
          </p:nvPr>
        </p:nvPicPr>
        <p:blipFill/>
        <p:spPr>
          <a:xfrm>
            <a:off x="12295136" y="1625600"/>
            <a:ext cx="10466109" cy="10464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4" name="Google Shape;24;p4"/>
          <p:cNvSpPr txBox="1"/>
          <p:nvPr>
            <p:ph idx="1" type="body"/>
          </p:nvPr>
        </p:nvSpPr>
        <p:spPr>
          <a:xfrm>
            <a:off x="1442483" y="4078478"/>
            <a:ext cx="7701516" cy="78594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3" type="body"/>
          </p:nvPr>
        </p:nvSpPr>
        <p:spPr>
          <a:xfrm>
            <a:off x="1442483" y="1684434"/>
            <a:ext cx="7701515" cy="7525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747474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74747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Alt 2" showMasterSp="0">
  <p:cSld name="Picture Alt 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1442485" y="2492496"/>
            <a:ext cx="7701515" cy="1073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6000"/>
              <a:buFont typeface="Arial"/>
              <a:buNone/>
              <a:defRPr b="1" i="0" sz="6000" u="none" cap="none" strike="noStrike">
                <a:solidFill>
                  <a:srgbClr val="2A609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28" name="Google Shape;28;p5"/>
          <p:cNvPicPr preferRelativeResize="0"/>
          <p:nvPr>
            <p:ph idx="2" type="pic"/>
          </p:nvPr>
        </p:nvPicPr>
        <p:blipFill/>
        <p:spPr>
          <a:xfrm>
            <a:off x="12295136" y="0"/>
            <a:ext cx="12092039" cy="13716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9" name="Google Shape;29;p5"/>
          <p:cNvSpPr txBox="1"/>
          <p:nvPr>
            <p:ph idx="1" type="body"/>
          </p:nvPr>
        </p:nvSpPr>
        <p:spPr>
          <a:xfrm>
            <a:off x="1442483" y="4078478"/>
            <a:ext cx="7701516" cy="78594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3" type="body"/>
          </p:nvPr>
        </p:nvSpPr>
        <p:spPr>
          <a:xfrm>
            <a:off x="1442483" y="1684434"/>
            <a:ext cx="7701515" cy="7525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747474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74747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Alt 3" showMasterSp="0">
  <p:cSld name="Picture Alt 3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6"/>
          <p:cNvPicPr preferRelativeResize="0"/>
          <p:nvPr>
            <p:ph idx="2" type="pic"/>
          </p:nvPr>
        </p:nvPicPr>
        <p:blipFill/>
        <p:spPr>
          <a:xfrm>
            <a:off x="0" y="0"/>
            <a:ext cx="24387175" cy="115316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descr=" " id="33" name="Google Shape;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954000"/>
            <a:ext cx="24387048" cy="12702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6"/>
          <p:cNvSpPr/>
          <p:nvPr/>
        </p:nvSpPr>
        <p:spPr>
          <a:xfrm>
            <a:off x="20665483" y="13068300"/>
            <a:ext cx="2807051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2400"/>
              <a:buFont typeface="Geo"/>
              <a:buNone/>
            </a:pPr>
            <a:r>
              <a:rPr b="0" i="0" lang="en-US" sz="2400" u="none" cap="none" strike="noStrike">
                <a:solidFill>
                  <a:srgbClr val="2A609D"/>
                </a:solidFill>
                <a:latin typeface="Geo"/>
                <a:ea typeface="Geo"/>
                <a:cs typeface="Geo"/>
                <a:sym typeface="Geo"/>
              </a:rPr>
              <a:t>CzechDreamin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8342765" y="12005340"/>
            <a:ext cx="7701515" cy="7525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57200" lvl="1" marL="9144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–"/>
              <a:defRPr b="1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57200" lvl="2" marL="13716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•"/>
              <a:defRPr b="1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57200" lvl="3" marL="18288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–"/>
              <a:defRPr b="1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57200" lvl="4" marL="22860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»"/>
              <a:defRPr b="1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ictures">
  <p:cSld name="Two Picture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1613102" y="1558805"/>
            <a:ext cx="20987726" cy="1073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4800"/>
              <a:buFont typeface="Arial"/>
              <a:buNone/>
              <a:defRPr b="1" i="0" sz="4800" u="none" cap="none" strike="noStrike">
                <a:solidFill>
                  <a:srgbClr val="2A609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38" name="Google Shape;38;p7"/>
          <p:cNvPicPr preferRelativeResize="0"/>
          <p:nvPr>
            <p:ph idx="2" type="pic"/>
          </p:nvPr>
        </p:nvPicPr>
        <p:blipFill/>
        <p:spPr>
          <a:xfrm>
            <a:off x="1625804" y="3492500"/>
            <a:ext cx="10161269" cy="5740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39" name="Google Shape;39;p7"/>
          <p:cNvPicPr preferRelativeResize="0"/>
          <p:nvPr>
            <p:ph idx="3" type="pic"/>
          </p:nvPr>
        </p:nvPicPr>
        <p:blipFill/>
        <p:spPr>
          <a:xfrm>
            <a:off x="12598604" y="3492500"/>
            <a:ext cx="10161269" cy="5740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40" name="Google Shape;40;p7"/>
          <p:cNvSpPr txBox="1"/>
          <p:nvPr>
            <p:ph idx="1" type="body"/>
          </p:nvPr>
        </p:nvSpPr>
        <p:spPr>
          <a:xfrm>
            <a:off x="1625803" y="9740900"/>
            <a:ext cx="1016127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12598604" y="9740900"/>
            <a:ext cx="1016127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idx="5" type="body"/>
          </p:nvPr>
        </p:nvSpPr>
        <p:spPr>
          <a:xfrm>
            <a:off x="1613101" y="10548974"/>
            <a:ext cx="10173971" cy="1608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idx="6" type="body"/>
          </p:nvPr>
        </p:nvSpPr>
        <p:spPr>
          <a:xfrm>
            <a:off x="12600103" y="10548975"/>
            <a:ext cx="10173971" cy="1128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ictures">
  <p:cSld name="Three Picture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1613102" y="1558805"/>
            <a:ext cx="20987726" cy="1073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4800"/>
              <a:buFont typeface="Arial"/>
              <a:buNone/>
              <a:defRPr b="1" i="0" sz="4800" u="none" cap="none" strike="noStrike">
                <a:solidFill>
                  <a:srgbClr val="2A609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id="46" name="Google Shape;46;p8"/>
          <p:cNvPicPr preferRelativeResize="0"/>
          <p:nvPr>
            <p:ph idx="2" type="pic"/>
          </p:nvPr>
        </p:nvPicPr>
        <p:blipFill/>
        <p:spPr>
          <a:xfrm>
            <a:off x="1625805" y="3492500"/>
            <a:ext cx="6503212" cy="5740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47" name="Google Shape;47;p8"/>
          <p:cNvPicPr preferRelativeResize="0"/>
          <p:nvPr>
            <p:ph idx="3" type="pic"/>
          </p:nvPr>
        </p:nvPicPr>
        <p:blipFill/>
        <p:spPr>
          <a:xfrm>
            <a:off x="8941981" y="3492500"/>
            <a:ext cx="6503212" cy="5740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48" name="Google Shape;48;p8"/>
          <p:cNvPicPr preferRelativeResize="0"/>
          <p:nvPr>
            <p:ph idx="4" type="pic"/>
          </p:nvPr>
        </p:nvPicPr>
        <p:blipFill/>
        <p:spPr>
          <a:xfrm>
            <a:off x="16257181" y="3492500"/>
            <a:ext cx="6503212" cy="57404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49" name="Google Shape;49;p8"/>
          <p:cNvSpPr txBox="1"/>
          <p:nvPr>
            <p:ph idx="1" type="body"/>
          </p:nvPr>
        </p:nvSpPr>
        <p:spPr>
          <a:xfrm>
            <a:off x="1625803" y="9740900"/>
            <a:ext cx="6507782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p8"/>
          <p:cNvSpPr txBox="1"/>
          <p:nvPr>
            <p:ph idx="5" type="body"/>
          </p:nvPr>
        </p:nvSpPr>
        <p:spPr>
          <a:xfrm>
            <a:off x="1613102" y="10548974"/>
            <a:ext cx="6515916" cy="1608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8"/>
          <p:cNvSpPr txBox="1"/>
          <p:nvPr>
            <p:ph idx="6" type="body"/>
          </p:nvPr>
        </p:nvSpPr>
        <p:spPr>
          <a:xfrm>
            <a:off x="8941003" y="9740900"/>
            <a:ext cx="6507782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idx="7" type="body"/>
          </p:nvPr>
        </p:nvSpPr>
        <p:spPr>
          <a:xfrm>
            <a:off x="8928302" y="10548974"/>
            <a:ext cx="6515916" cy="1608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8" type="body"/>
          </p:nvPr>
        </p:nvSpPr>
        <p:spPr>
          <a:xfrm>
            <a:off x="16256203" y="9740900"/>
            <a:ext cx="6507782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9" type="body"/>
          </p:nvPr>
        </p:nvSpPr>
        <p:spPr>
          <a:xfrm>
            <a:off x="16243502" y="10548975"/>
            <a:ext cx="6515916" cy="1168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Cover" showMasterSp="0">
  <p:cSld name="Section Cov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56" name="Google Shape;56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578850"/>
            <a:ext cx="24387048" cy="44069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9"/>
          <p:cNvSpPr txBox="1"/>
          <p:nvPr>
            <p:ph type="title"/>
          </p:nvPr>
        </p:nvSpPr>
        <p:spPr>
          <a:xfrm>
            <a:off x="1442485" y="6029159"/>
            <a:ext cx="16441478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9600"/>
              <a:buFont typeface="Arial"/>
              <a:buNone/>
              <a:defRPr b="1" i="0" sz="9600" u="none" cap="none" strike="noStrike">
                <a:solidFill>
                  <a:srgbClr val="2A609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8" name="Google Shape;58;p9"/>
          <p:cNvSpPr/>
          <p:nvPr/>
        </p:nvSpPr>
        <p:spPr>
          <a:xfrm>
            <a:off x="19230210" y="12612914"/>
            <a:ext cx="3742734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3200"/>
              <a:buFont typeface="Geo"/>
              <a:buNone/>
            </a:pPr>
            <a:r>
              <a:rPr b="0" i="0" lang="en-US" sz="3200" u="none" cap="none" strike="noStrike">
                <a:solidFill>
                  <a:srgbClr val="2A609D"/>
                </a:solidFill>
                <a:latin typeface="Geo"/>
                <a:ea typeface="Geo"/>
                <a:cs typeface="Geo"/>
                <a:sym typeface="Geo"/>
              </a:rPr>
              <a:t>CzechDreamin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Cover with Description" showMasterSp="0">
  <p:cSld name="Section Cover with 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60" name="Google Shape;6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578850"/>
            <a:ext cx="24387048" cy="440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0"/>
          <p:cNvSpPr txBox="1"/>
          <p:nvPr>
            <p:ph type="title"/>
          </p:nvPr>
        </p:nvSpPr>
        <p:spPr>
          <a:xfrm>
            <a:off x="1442485" y="5625731"/>
            <a:ext cx="16441478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9600"/>
              <a:buFont typeface="Arial"/>
              <a:buNone/>
              <a:defRPr b="1" i="0" sz="9600" u="none" cap="none" strike="noStrike">
                <a:solidFill>
                  <a:srgbClr val="2A609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1442485" y="7531101"/>
            <a:ext cx="16441478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720"/>
              </a:spcBef>
              <a:spcAft>
                <a:spcPts val="0"/>
              </a:spcAft>
              <a:buClr>
                <a:srgbClr val="747474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74747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57200" lvl="1" marL="914400" marR="0" rtl="0" algn="l">
              <a:spcBef>
                <a:spcPts val="720"/>
              </a:spcBef>
              <a:spcAft>
                <a:spcPts val="0"/>
              </a:spcAft>
              <a:buClr>
                <a:srgbClr val="747474"/>
              </a:buClr>
              <a:buSzPts val="3600"/>
              <a:buFont typeface="Arial"/>
              <a:buChar char="–"/>
              <a:defRPr b="0" i="0" sz="3600" u="none" cap="none" strike="noStrike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457200" lvl="2" marL="1371600" marR="0" rtl="0" algn="l">
              <a:spcBef>
                <a:spcPts val="720"/>
              </a:spcBef>
              <a:spcAft>
                <a:spcPts val="0"/>
              </a:spcAft>
              <a:buClr>
                <a:srgbClr val="747474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457200" lvl="3" marL="1828800" marR="0" rtl="0" algn="l">
              <a:spcBef>
                <a:spcPts val="720"/>
              </a:spcBef>
              <a:spcAft>
                <a:spcPts val="0"/>
              </a:spcAft>
              <a:buClr>
                <a:srgbClr val="747474"/>
              </a:buClr>
              <a:buSzPts val="3600"/>
              <a:buFont typeface="Arial"/>
              <a:buChar char="–"/>
              <a:defRPr b="0" i="0" sz="3600" u="none" cap="none" strike="noStrike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457200" lvl="4" marL="2286000" marR="0" rtl="0" algn="l">
              <a:spcBef>
                <a:spcPts val="720"/>
              </a:spcBef>
              <a:spcAft>
                <a:spcPts val="0"/>
              </a:spcAft>
              <a:buClr>
                <a:srgbClr val="747474"/>
              </a:buClr>
              <a:buSzPts val="3600"/>
              <a:buFont typeface="Arial"/>
              <a:buChar char="»"/>
              <a:defRPr b="0" i="0" sz="3600" u="none" cap="none" strike="noStrike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p10"/>
          <p:cNvSpPr/>
          <p:nvPr/>
        </p:nvSpPr>
        <p:spPr>
          <a:xfrm>
            <a:off x="19230210" y="12612914"/>
            <a:ext cx="3742734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3200"/>
              <a:buFont typeface="Geo"/>
              <a:buNone/>
            </a:pPr>
            <a:r>
              <a:rPr b="0" i="0" lang="en-US" sz="3200" u="none" cap="none" strike="noStrike">
                <a:solidFill>
                  <a:srgbClr val="2A609D"/>
                </a:solidFill>
                <a:latin typeface="Geo"/>
                <a:ea typeface="Geo"/>
                <a:cs typeface="Geo"/>
                <a:sym typeface="Geo"/>
              </a:rPr>
              <a:t>CzechDreamin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Cover with Description Alt 1" showMasterSp="0">
  <p:cSld name="Section Cover with Description Alt 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65" name="Google Shape;65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578850"/>
            <a:ext cx="24387048" cy="440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 txBox="1"/>
          <p:nvPr>
            <p:ph type="title"/>
          </p:nvPr>
        </p:nvSpPr>
        <p:spPr>
          <a:xfrm>
            <a:off x="1442485" y="10591431"/>
            <a:ext cx="12452419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9600"/>
              <a:buFont typeface="Arial"/>
              <a:buNone/>
              <a:defRPr b="1" i="0" sz="9600" u="none" cap="none" strike="noStrike">
                <a:solidFill>
                  <a:srgbClr val="2A609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7" name="Google Shape;67;p11"/>
          <p:cNvSpPr txBox="1"/>
          <p:nvPr>
            <p:ph idx="1" type="body"/>
          </p:nvPr>
        </p:nvSpPr>
        <p:spPr>
          <a:xfrm>
            <a:off x="1442485" y="7851563"/>
            <a:ext cx="12452419" cy="24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720"/>
              </a:spcBef>
              <a:spcAft>
                <a:spcPts val="0"/>
              </a:spcAft>
              <a:buClr>
                <a:srgbClr val="747474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74747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57200" lvl="1" marL="914400" marR="0" rtl="0" algn="l">
              <a:spcBef>
                <a:spcPts val="720"/>
              </a:spcBef>
              <a:spcAft>
                <a:spcPts val="0"/>
              </a:spcAft>
              <a:buClr>
                <a:srgbClr val="747474"/>
              </a:buClr>
              <a:buSzPts val="3600"/>
              <a:buFont typeface="Arial"/>
              <a:buChar char="–"/>
              <a:defRPr b="0" i="0" sz="3600" u="none" cap="none" strike="noStrike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457200" lvl="2" marL="1371600" marR="0" rtl="0" algn="l">
              <a:spcBef>
                <a:spcPts val="720"/>
              </a:spcBef>
              <a:spcAft>
                <a:spcPts val="0"/>
              </a:spcAft>
              <a:buClr>
                <a:srgbClr val="747474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457200" lvl="3" marL="1828800" marR="0" rtl="0" algn="l">
              <a:spcBef>
                <a:spcPts val="720"/>
              </a:spcBef>
              <a:spcAft>
                <a:spcPts val="0"/>
              </a:spcAft>
              <a:buClr>
                <a:srgbClr val="747474"/>
              </a:buClr>
              <a:buSzPts val="3600"/>
              <a:buFont typeface="Arial"/>
              <a:buChar char="–"/>
              <a:defRPr b="0" i="0" sz="3600" u="none" cap="none" strike="noStrike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457200" lvl="4" marL="2286000" marR="0" rtl="0" algn="l">
              <a:spcBef>
                <a:spcPts val="720"/>
              </a:spcBef>
              <a:spcAft>
                <a:spcPts val="0"/>
              </a:spcAft>
              <a:buClr>
                <a:srgbClr val="747474"/>
              </a:buClr>
              <a:buSzPts val="3600"/>
              <a:buFont typeface="Arial"/>
              <a:buChar char="»"/>
              <a:defRPr b="0" i="0" sz="3600" u="none" cap="none" strike="noStrike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1"/>
          <p:cNvSpPr/>
          <p:nvPr/>
        </p:nvSpPr>
        <p:spPr>
          <a:xfrm>
            <a:off x="19230210" y="12612914"/>
            <a:ext cx="3742734" cy="6942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3200"/>
              <a:buFont typeface="Geo"/>
              <a:buNone/>
            </a:pPr>
            <a:r>
              <a:rPr b="0" i="0" lang="en-US" sz="3200" u="none" cap="none" strike="noStrike">
                <a:solidFill>
                  <a:srgbClr val="2A609D"/>
                </a:solidFill>
                <a:latin typeface="Geo"/>
                <a:ea typeface="Geo"/>
                <a:cs typeface="Geo"/>
                <a:sym typeface="Geo"/>
              </a:rPr>
              <a:t>CzechDreamin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Me">
  <p:cSld name="About M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/>
          <p:nvPr/>
        </p:nvSpPr>
        <p:spPr>
          <a:xfrm>
            <a:off x="15264375" y="8839200"/>
            <a:ext cx="26985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71" name="Google Shape;7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264375" y="8839200"/>
            <a:ext cx="539328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2"/>
          <p:cNvSpPr/>
          <p:nvPr/>
        </p:nvSpPr>
        <p:spPr>
          <a:xfrm>
            <a:off x="15879912" y="8788400"/>
            <a:ext cx="2184673" cy="50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2400"/>
              <a:buFont typeface="Helvetica Neue"/>
              <a:buNone/>
            </a:pPr>
            <a:r>
              <a:rPr lang="en-US" sz="24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LinkedIn Profile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73;p12"/>
          <p:cNvPicPr preferRelativeResize="0"/>
          <p:nvPr>
            <p:ph idx="2" type="pic"/>
          </p:nvPr>
        </p:nvPicPr>
        <p:blipFill/>
        <p:spPr>
          <a:xfrm>
            <a:off x="15241903" y="4419600"/>
            <a:ext cx="2743543" cy="274320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74" name="Google Shape;74;p12"/>
          <p:cNvSpPr/>
          <p:nvPr/>
        </p:nvSpPr>
        <p:spPr>
          <a:xfrm>
            <a:off x="1562008" y="6295065"/>
            <a:ext cx="8637080" cy="11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2A609D"/>
                </a:solidFill>
                <a:latin typeface="Arial"/>
                <a:ea typeface="Arial"/>
                <a:cs typeface="Arial"/>
                <a:sym typeface="Arial"/>
              </a:rPr>
              <a:t>About Me</a:t>
            </a:r>
            <a:endParaRPr b="1" sz="6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2"/>
          <p:cNvSpPr txBox="1"/>
          <p:nvPr>
            <p:ph idx="1" type="body"/>
          </p:nvPr>
        </p:nvSpPr>
        <p:spPr>
          <a:xfrm>
            <a:off x="12182601" y="7344735"/>
            <a:ext cx="8862144" cy="1240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57200" lvl="1" marL="9144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–"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57200" lvl="2" marL="13716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57200" lvl="3" marL="18288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–"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57200" lvl="4" marL="22860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»"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bout Us">
  <p:cSld name="About U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/>
          <p:nvPr/>
        </p:nvSpPr>
        <p:spPr>
          <a:xfrm>
            <a:off x="7875049" y="4419600"/>
            <a:ext cx="863708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3"/>
          <p:cNvSpPr/>
          <p:nvPr/>
        </p:nvSpPr>
        <p:spPr>
          <a:xfrm>
            <a:off x="10685199" y="8839200"/>
            <a:ext cx="26985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79" name="Google Shape;7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85199" y="8839200"/>
            <a:ext cx="539328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3"/>
          <p:cNvSpPr/>
          <p:nvPr/>
        </p:nvSpPr>
        <p:spPr>
          <a:xfrm>
            <a:off x="11300736" y="8788400"/>
            <a:ext cx="2184673" cy="50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2400"/>
              <a:buFont typeface="Helvetica Neue"/>
              <a:buNone/>
            </a:pPr>
            <a:r>
              <a:rPr lang="en-US" sz="24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LinkedIn Profile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13"/>
          <p:cNvPicPr preferRelativeResize="0"/>
          <p:nvPr>
            <p:ph idx="2" type="pic"/>
          </p:nvPr>
        </p:nvPicPr>
        <p:blipFill/>
        <p:spPr>
          <a:xfrm>
            <a:off x="10662727" y="4419600"/>
            <a:ext cx="2743543" cy="274320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82" name="Google Shape;82;p13"/>
          <p:cNvSpPr/>
          <p:nvPr/>
        </p:nvSpPr>
        <p:spPr>
          <a:xfrm>
            <a:off x="1562008" y="6295065"/>
            <a:ext cx="8637080" cy="116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2A609D"/>
                </a:solidFill>
                <a:latin typeface="Arial"/>
                <a:ea typeface="Arial"/>
                <a:cs typeface="Arial"/>
                <a:sym typeface="Arial"/>
              </a:rPr>
              <a:t>About Us</a:t>
            </a:r>
            <a:endParaRPr b="1" sz="6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18132067" y="8839200"/>
            <a:ext cx="26985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84" name="Google Shape;8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132067" y="8839200"/>
            <a:ext cx="539328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18747604" y="8788400"/>
            <a:ext cx="2184673" cy="508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2400"/>
              <a:buFont typeface="Helvetica Neue"/>
              <a:buNone/>
            </a:pPr>
            <a:r>
              <a:rPr lang="en-US" sz="2400">
                <a:solidFill>
                  <a:srgbClr val="74747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LinkedIn Profile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3"/>
          <p:cNvPicPr preferRelativeResize="0"/>
          <p:nvPr>
            <p:ph idx="3" type="pic"/>
          </p:nvPr>
        </p:nvPicPr>
        <p:blipFill/>
        <p:spPr>
          <a:xfrm>
            <a:off x="18109595" y="4419600"/>
            <a:ext cx="2743543" cy="274320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87" name="Google Shape;87;p13"/>
          <p:cNvSpPr txBox="1"/>
          <p:nvPr>
            <p:ph idx="1" type="body"/>
          </p:nvPr>
        </p:nvSpPr>
        <p:spPr>
          <a:xfrm>
            <a:off x="8747079" y="7344735"/>
            <a:ext cx="6574838" cy="1240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57200" lvl="1" marL="9144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–"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57200" lvl="2" marL="13716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57200" lvl="3" marL="18288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–"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57200" lvl="4" marL="22860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»"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4" type="body"/>
          </p:nvPr>
        </p:nvSpPr>
        <p:spPr>
          <a:xfrm>
            <a:off x="16193947" y="7344734"/>
            <a:ext cx="6574838" cy="1240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57200" lvl="1" marL="9144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–"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57200" lvl="2" marL="13716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57200" lvl="3" marL="18288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–"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57200" lvl="4" marL="22860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»"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">
  <p:cSld name="Highligh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1442485" y="6321305"/>
            <a:ext cx="9232603" cy="1073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6000"/>
              <a:buFont typeface="Arial"/>
              <a:buNone/>
              <a:defRPr b="1" i="0" sz="6000" u="none" cap="none" strike="noStrike">
                <a:solidFill>
                  <a:srgbClr val="2A609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12193585" y="4550735"/>
            <a:ext cx="8759794" cy="4614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57200" lvl="1" marL="9144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–"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57200" lvl="2" marL="13716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57200" lvl="3" marL="18288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–"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57200" lvl="4" marL="22860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»"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 List">
  <p:cSld name="Simple Lis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1442485" y="6321305"/>
            <a:ext cx="9232603" cy="1073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4800"/>
              <a:buFont typeface="Arial"/>
              <a:buNone/>
              <a:defRPr b="1" i="0" sz="4800" u="none" cap="none" strike="noStrike">
                <a:solidFill>
                  <a:srgbClr val="2A609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4" name="Google Shape;94;p15"/>
          <p:cNvSpPr txBox="1"/>
          <p:nvPr>
            <p:ph idx="1" type="body"/>
          </p:nvPr>
        </p:nvSpPr>
        <p:spPr>
          <a:xfrm>
            <a:off x="12303782" y="3416300"/>
            <a:ext cx="7552267" cy="631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15"/>
          <p:cNvSpPr txBox="1"/>
          <p:nvPr>
            <p:ph idx="2" type="body"/>
          </p:nvPr>
        </p:nvSpPr>
        <p:spPr>
          <a:xfrm>
            <a:off x="12295136" y="4224374"/>
            <a:ext cx="7561706" cy="1757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6" name="Google Shape;96;p15"/>
          <p:cNvSpPr txBox="1"/>
          <p:nvPr>
            <p:ph idx="3" type="body"/>
          </p:nvPr>
        </p:nvSpPr>
        <p:spPr>
          <a:xfrm>
            <a:off x="12303782" y="6045200"/>
            <a:ext cx="7552267" cy="631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5"/>
          <p:cNvSpPr txBox="1"/>
          <p:nvPr>
            <p:ph idx="4" type="body"/>
          </p:nvPr>
        </p:nvSpPr>
        <p:spPr>
          <a:xfrm>
            <a:off x="12295136" y="6853274"/>
            <a:ext cx="7561706" cy="1757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15"/>
          <p:cNvSpPr txBox="1"/>
          <p:nvPr>
            <p:ph idx="5" type="body"/>
          </p:nvPr>
        </p:nvSpPr>
        <p:spPr>
          <a:xfrm>
            <a:off x="12303782" y="8674100"/>
            <a:ext cx="7552267" cy="631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15"/>
          <p:cNvSpPr txBox="1"/>
          <p:nvPr>
            <p:ph idx="6" type="body"/>
          </p:nvPr>
        </p:nvSpPr>
        <p:spPr>
          <a:xfrm>
            <a:off x="12295136" y="9482174"/>
            <a:ext cx="7561706" cy="1757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List">
  <p:cSld name="Two Columns Lis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1442485" y="6321305"/>
            <a:ext cx="6106631" cy="1073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4800"/>
              <a:buFont typeface="Arial"/>
              <a:buNone/>
              <a:defRPr b="1" i="0" sz="4800" u="none" cap="none" strike="noStrike">
                <a:solidFill>
                  <a:srgbClr val="2A609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2" name="Google Shape;102;p16"/>
          <p:cNvSpPr txBox="1"/>
          <p:nvPr>
            <p:ph idx="1" type="body"/>
          </p:nvPr>
        </p:nvSpPr>
        <p:spPr>
          <a:xfrm>
            <a:off x="9059998" y="3416300"/>
            <a:ext cx="6339103" cy="631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3" name="Google Shape;103;p16"/>
          <p:cNvSpPr txBox="1"/>
          <p:nvPr>
            <p:ph idx="2" type="body"/>
          </p:nvPr>
        </p:nvSpPr>
        <p:spPr>
          <a:xfrm>
            <a:off x="9047298" y="4224374"/>
            <a:ext cx="6347026" cy="3005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16"/>
          <p:cNvSpPr txBox="1"/>
          <p:nvPr>
            <p:ph idx="3" type="body"/>
          </p:nvPr>
        </p:nvSpPr>
        <p:spPr>
          <a:xfrm>
            <a:off x="16570793" y="3416300"/>
            <a:ext cx="6339103" cy="631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16"/>
          <p:cNvSpPr txBox="1"/>
          <p:nvPr>
            <p:ph idx="4" type="body"/>
          </p:nvPr>
        </p:nvSpPr>
        <p:spPr>
          <a:xfrm>
            <a:off x="16558093" y="4224374"/>
            <a:ext cx="6347026" cy="3005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16"/>
          <p:cNvSpPr txBox="1"/>
          <p:nvPr>
            <p:ph idx="5" type="body"/>
          </p:nvPr>
        </p:nvSpPr>
        <p:spPr>
          <a:xfrm>
            <a:off x="9059998" y="7713980"/>
            <a:ext cx="6339103" cy="631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7" name="Google Shape;107;p16"/>
          <p:cNvSpPr txBox="1"/>
          <p:nvPr>
            <p:ph idx="6" type="body"/>
          </p:nvPr>
        </p:nvSpPr>
        <p:spPr>
          <a:xfrm>
            <a:off x="9047298" y="8522054"/>
            <a:ext cx="6347026" cy="3005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8" name="Google Shape;108;p16"/>
          <p:cNvSpPr txBox="1"/>
          <p:nvPr>
            <p:ph idx="7" type="body"/>
          </p:nvPr>
        </p:nvSpPr>
        <p:spPr>
          <a:xfrm>
            <a:off x="16570793" y="7713980"/>
            <a:ext cx="6339103" cy="631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16"/>
          <p:cNvSpPr txBox="1"/>
          <p:nvPr>
            <p:ph idx="8" type="body"/>
          </p:nvPr>
        </p:nvSpPr>
        <p:spPr>
          <a:xfrm>
            <a:off x="16558093" y="8522054"/>
            <a:ext cx="6347026" cy="3005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 List Alt 1">
  <p:cSld name="Simple List Alt 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1613102" y="1558805"/>
            <a:ext cx="20987726" cy="1073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4800"/>
              <a:buFont typeface="Arial"/>
              <a:buNone/>
              <a:defRPr b="1" i="0" sz="4800" u="none" cap="none" strike="noStrike">
                <a:solidFill>
                  <a:srgbClr val="2A609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1625802" y="6049926"/>
            <a:ext cx="6339103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17"/>
          <p:cNvSpPr txBox="1"/>
          <p:nvPr>
            <p:ph idx="2" type="body"/>
          </p:nvPr>
        </p:nvSpPr>
        <p:spPr>
          <a:xfrm>
            <a:off x="1613102" y="6858000"/>
            <a:ext cx="6347026" cy="3625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4" name="Google Shape;114;p17"/>
          <p:cNvSpPr txBox="1"/>
          <p:nvPr>
            <p:ph idx="3" type="body"/>
          </p:nvPr>
        </p:nvSpPr>
        <p:spPr>
          <a:xfrm>
            <a:off x="8941002" y="6049926"/>
            <a:ext cx="6339103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5" name="Google Shape;115;p17"/>
          <p:cNvSpPr txBox="1"/>
          <p:nvPr>
            <p:ph idx="4" type="body"/>
          </p:nvPr>
        </p:nvSpPr>
        <p:spPr>
          <a:xfrm>
            <a:off x="8928302" y="6858000"/>
            <a:ext cx="6347026" cy="3625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17"/>
          <p:cNvSpPr txBox="1"/>
          <p:nvPr>
            <p:ph idx="5" type="body"/>
          </p:nvPr>
        </p:nvSpPr>
        <p:spPr>
          <a:xfrm>
            <a:off x="16256202" y="6049926"/>
            <a:ext cx="6339103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17"/>
          <p:cNvSpPr txBox="1"/>
          <p:nvPr>
            <p:ph idx="6" type="body"/>
          </p:nvPr>
        </p:nvSpPr>
        <p:spPr>
          <a:xfrm>
            <a:off x="16243502" y="6858000"/>
            <a:ext cx="6347026" cy="3625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mple List Alt 2">
  <p:cSld name="Simple List Alt 2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1613102" y="1558805"/>
            <a:ext cx="20987726" cy="1073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4800"/>
              <a:buFont typeface="Arial"/>
              <a:buNone/>
              <a:defRPr b="1" i="0" sz="4800" u="none" cap="none" strike="noStrike">
                <a:solidFill>
                  <a:srgbClr val="2A609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0" name="Google Shape;120;p18"/>
          <p:cNvSpPr txBox="1"/>
          <p:nvPr>
            <p:ph idx="1" type="body"/>
          </p:nvPr>
        </p:nvSpPr>
        <p:spPr>
          <a:xfrm>
            <a:off x="1625803" y="6049926"/>
            <a:ext cx="4766664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1" name="Google Shape;121;p18"/>
          <p:cNvSpPr txBox="1"/>
          <p:nvPr>
            <p:ph idx="2" type="body"/>
          </p:nvPr>
        </p:nvSpPr>
        <p:spPr>
          <a:xfrm>
            <a:off x="1613102" y="6858000"/>
            <a:ext cx="4772622" cy="3625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18"/>
          <p:cNvSpPr txBox="1"/>
          <p:nvPr>
            <p:ph idx="3" type="body"/>
          </p:nvPr>
        </p:nvSpPr>
        <p:spPr>
          <a:xfrm>
            <a:off x="7112203" y="6049926"/>
            <a:ext cx="4766664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4" type="body"/>
          </p:nvPr>
        </p:nvSpPr>
        <p:spPr>
          <a:xfrm>
            <a:off x="7099502" y="6858000"/>
            <a:ext cx="4772622" cy="3625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18"/>
          <p:cNvSpPr txBox="1"/>
          <p:nvPr>
            <p:ph idx="5" type="body"/>
          </p:nvPr>
        </p:nvSpPr>
        <p:spPr>
          <a:xfrm>
            <a:off x="12621463" y="6049926"/>
            <a:ext cx="4766664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18"/>
          <p:cNvSpPr txBox="1"/>
          <p:nvPr>
            <p:ph idx="6" type="body"/>
          </p:nvPr>
        </p:nvSpPr>
        <p:spPr>
          <a:xfrm>
            <a:off x="12608762" y="6858000"/>
            <a:ext cx="4772622" cy="3625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18"/>
          <p:cNvSpPr txBox="1"/>
          <p:nvPr>
            <p:ph idx="7" type="body"/>
          </p:nvPr>
        </p:nvSpPr>
        <p:spPr>
          <a:xfrm>
            <a:off x="18062143" y="6049926"/>
            <a:ext cx="4766664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18"/>
          <p:cNvSpPr txBox="1"/>
          <p:nvPr>
            <p:ph idx="8" type="body"/>
          </p:nvPr>
        </p:nvSpPr>
        <p:spPr>
          <a:xfrm>
            <a:off x="18049442" y="6858000"/>
            <a:ext cx="4772622" cy="3625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inciples" showMasterSp="0">
  <p:cSld name="Principles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1613102" y="1558805"/>
            <a:ext cx="20987726" cy="1073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4800"/>
              <a:buFont typeface="Arial"/>
              <a:buNone/>
              <a:defRPr b="1" i="0" sz="4800" u="none" cap="none" strike="noStrike">
                <a:solidFill>
                  <a:srgbClr val="2A609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descr=" " id="130" name="Google Shape;130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25803" y="3479800"/>
            <a:ext cx="6503213" cy="861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31" name="Google Shape;13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1918" y="3479800"/>
            <a:ext cx="6503213" cy="861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32" name="Google Shape;13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58032" y="3479800"/>
            <a:ext cx="6503213" cy="861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33" name="Google Shape;13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2954000"/>
            <a:ext cx="24387048" cy="1270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/>
          <p:nvPr/>
        </p:nvSpPr>
        <p:spPr>
          <a:xfrm>
            <a:off x="20665483" y="13068300"/>
            <a:ext cx="2807051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2400"/>
              <a:buFont typeface="Geo"/>
              <a:buNone/>
            </a:pPr>
            <a:r>
              <a:rPr lang="en-US" sz="2400">
                <a:solidFill>
                  <a:srgbClr val="2A609D"/>
                </a:solidFill>
                <a:latin typeface="Geo"/>
                <a:ea typeface="Geo"/>
                <a:cs typeface="Geo"/>
                <a:sym typeface="Geo"/>
              </a:rPr>
              <a:t>CzechDreamin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9"/>
          <p:cNvSpPr txBox="1"/>
          <p:nvPr>
            <p:ph idx="1" type="body"/>
          </p:nvPr>
        </p:nvSpPr>
        <p:spPr>
          <a:xfrm>
            <a:off x="2235479" y="4160898"/>
            <a:ext cx="531982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19"/>
          <p:cNvSpPr txBox="1"/>
          <p:nvPr>
            <p:ph idx="2" type="body"/>
          </p:nvPr>
        </p:nvSpPr>
        <p:spPr>
          <a:xfrm>
            <a:off x="2235480" y="5358810"/>
            <a:ext cx="5319826" cy="60203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19"/>
          <p:cNvSpPr txBox="1"/>
          <p:nvPr>
            <p:ph idx="3" type="body"/>
          </p:nvPr>
        </p:nvSpPr>
        <p:spPr>
          <a:xfrm>
            <a:off x="9550679" y="4160898"/>
            <a:ext cx="531982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8" name="Google Shape;138;p19"/>
          <p:cNvSpPr txBox="1"/>
          <p:nvPr>
            <p:ph idx="4" type="body"/>
          </p:nvPr>
        </p:nvSpPr>
        <p:spPr>
          <a:xfrm>
            <a:off x="9550680" y="5358810"/>
            <a:ext cx="5319826" cy="60203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9" name="Google Shape;139;p19"/>
          <p:cNvSpPr txBox="1"/>
          <p:nvPr>
            <p:ph idx="5" type="body"/>
          </p:nvPr>
        </p:nvSpPr>
        <p:spPr>
          <a:xfrm>
            <a:off x="16865879" y="4160898"/>
            <a:ext cx="531982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  <a:defRPr b="1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0" name="Google Shape;140;p19"/>
          <p:cNvSpPr txBox="1"/>
          <p:nvPr>
            <p:ph idx="6" type="body"/>
          </p:nvPr>
        </p:nvSpPr>
        <p:spPr>
          <a:xfrm>
            <a:off x="16865880" y="5358810"/>
            <a:ext cx="5319826" cy="60203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Metric">
  <p:cSld name="Key Metric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0"/>
          <p:cNvSpPr txBox="1"/>
          <p:nvPr>
            <p:ph type="title"/>
          </p:nvPr>
        </p:nvSpPr>
        <p:spPr>
          <a:xfrm>
            <a:off x="1442484" y="4894816"/>
            <a:ext cx="6432565" cy="14726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9600"/>
              <a:buFont typeface="Arial"/>
              <a:buNone/>
              <a:defRPr b="0" i="0" sz="9600" u="none" cap="none" strike="noStrike">
                <a:solidFill>
                  <a:srgbClr val="2A609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3" name="Google Shape;143;p20"/>
          <p:cNvSpPr txBox="1"/>
          <p:nvPr>
            <p:ph idx="1" type="body"/>
          </p:nvPr>
        </p:nvSpPr>
        <p:spPr>
          <a:xfrm>
            <a:off x="1442485" y="6445251"/>
            <a:ext cx="12656288" cy="15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57200" lvl="1" marL="9144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–"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57200" lvl="2" marL="13716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57200" lvl="3" marL="18288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–"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57200" lvl="4" marL="22860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»"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4" name="Google Shape;144;p20"/>
          <p:cNvSpPr txBox="1"/>
          <p:nvPr>
            <p:ph idx="2" type="body"/>
          </p:nvPr>
        </p:nvSpPr>
        <p:spPr>
          <a:xfrm>
            <a:off x="1442485" y="7995684"/>
            <a:ext cx="12656288" cy="2025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57200" lvl="1" marL="9144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–"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57200" lvl="2" marL="13716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57200" lvl="3" marL="18288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–"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57200" lvl="4" marL="22860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»"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">
  <p:cSld name="Char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type="title"/>
          </p:nvPr>
        </p:nvSpPr>
        <p:spPr>
          <a:xfrm>
            <a:off x="1442485" y="5959798"/>
            <a:ext cx="7701515" cy="1073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4800"/>
              <a:buFont typeface="Arial"/>
              <a:buNone/>
              <a:defRPr b="1" i="0" sz="4800" u="none" cap="none" strike="noStrike">
                <a:solidFill>
                  <a:srgbClr val="2A609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7" name="Google Shape;147;p21"/>
          <p:cNvSpPr/>
          <p:nvPr>
            <p:ph idx="2" type="chart"/>
          </p:nvPr>
        </p:nvSpPr>
        <p:spPr>
          <a:xfrm>
            <a:off x="10611853" y="1592191"/>
            <a:ext cx="11784533" cy="10294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1442484" y="7176850"/>
            <a:ext cx="7701515" cy="4761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 with Description" showMasterSp="0">
  <p:cSld name="Device with Description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1442485" y="5959798"/>
            <a:ext cx="7701515" cy="1073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4800"/>
              <a:buFont typeface="Arial"/>
              <a:buNone/>
              <a:defRPr b="1" i="0" sz="4800" u="none" cap="none" strike="noStrike">
                <a:solidFill>
                  <a:srgbClr val="2A609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pic>
        <p:nvPicPr>
          <p:cNvPr descr=" " id="151" name="Google Shape;151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2954000"/>
            <a:ext cx="24387048" cy="1270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2"/>
          <p:cNvSpPr/>
          <p:nvPr/>
        </p:nvSpPr>
        <p:spPr>
          <a:xfrm>
            <a:off x="20665483" y="13068300"/>
            <a:ext cx="2807051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2400"/>
              <a:buFont typeface="Geo"/>
              <a:buNone/>
            </a:pPr>
            <a:r>
              <a:rPr lang="en-US" sz="2400">
                <a:solidFill>
                  <a:srgbClr val="2A609D"/>
                </a:solidFill>
                <a:latin typeface="Geo"/>
                <a:ea typeface="Geo"/>
                <a:cs typeface="Geo"/>
                <a:sym typeface="Geo"/>
              </a:rPr>
              <a:t>CzechDreamin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22"/>
          <p:cNvPicPr preferRelativeResize="0"/>
          <p:nvPr>
            <p:ph idx="2" type="pic"/>
          </p:nvPr>
        </p:nvPicPr>
        <p:blipFill/>
        <p:spPr>
          <a:xfrm>
            <a:off x="13262736" y="2130274"/>
            <a:ext cx="14630400" cy="896053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descr=" " id="154" name="Google Shape;154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07619" y="1778000"/>
            <a:ext cx="13031829" cy="1046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2"/>
          <p:cNvSpPr txBox="1"/>
          <p:nvPr>
            <p:ph idx="1" type="body"/>
          </p:nvPr>
        </p:nvSpPr>
        <p:spPr>
          <a:xfrm>
            <a:off x="1442484" y="7176850"/>
            <a:ext cx="7701515" cy="4761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vice" showMasterSp="0">
  <p:cSld name="Device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57" name="Google Shape;157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2954000"/>
            <a:ext cx="24387048" cy="1270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3"/>
          <p:cNvSpPr/>
          <p:nvPr/>
        </p:nvSpPr>
        <p:spPr>
          <a:xfrm>
            <a:off x="20665483" y="13068300"/>
            <a:ext cx="2807051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2400"/>
              <a:buFont typeface="Geo"/>
              <a:buNone/>
            </a:pPr>
            <a:r>
              <a:rPr lang="en-US" sz="2400">
                <a:solidFill>
                  <a:srgbClr val="2A609D"/>
                </a:solidFill>
                <a:latin typeface="Geo"/>
                <a:ea typeface="Geo"/>
                <a:cs typeface="Geo"/>
                <a:sym typeface="Geo"/>
              </a:rPr>
              <a:t>CzechDreamin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23"/>
          <p:cNvPicPr preferRelativeResize="0"/>
          <p:nvPr>
            <p:ph idx="2" type="pic"/>
          </p:nvPr>
        </p:nvPicPr>
        <p:blipFill/>
        <p:spPr>
          <a:xfrm>
            <a:off x="4875656" y="1677660"/>
            <a:ext cx="14651695" cy="952185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descr=" " id="160" name="Google Shape;16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10276" y="1295400"/>
            <a:ext cx="18361163" cy="1112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/>
          <p:nvPr/>
        </p:nvSpPr>
        <p:spPr>
          <a:xfrm>
            <a:off x="7875049" y="4419600"/>
            <a:ext cx="863708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24"/>
          <p:cNvPicPr preferRelativeResize="0"/>
          <p:nvPr>
            <p:ph idx="2" type="pic"/>
          </p:nvPr>
        </p:nvPicPr>
        <p:blipFill/>
        <p:spPr>
          <a:xfrm>
            <a:off x="11165444" y="4763186"/>
            <a:ext cx="2056286" cy="2056028"/>
          </a:xfrm>
          <a:prstGeom prst="ellipse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64" name="Google Shape;164;p24"/>
          <p:cNvSpPr txBox="1"/>
          <p:nvPr>
            <p:ph idx="1" type="body"/>
          </p:nvPr>
        </p:nvSpPr>
        <p:spPr>
          <a:xfrm>
            <a:off x="7009941" y="7111372"/>
            <a:ext cx="10367290" cy="1240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57200" lvl="1" marL="9144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–"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57200" lvl="2" marL="13716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•"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57200" lvl="3" marL="18288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–"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57200" lvl="4" marL="2286000" marR="0" rtl="0" algn="ctr">
              <a:spcBef>
                <a:spcPts val="72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Char char="»"/>
              <a:defRPr b="0" i="0" sz="36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5" name="Google Shape;165;p24"/>
          <p:cNvSpPr txBox="1"/>
          <p:nvPr>
            <p:ph idx="3" type="body"/>
          </p:nvPr>
        </p:nvSpPr>
        <p:spPr>
          <a:xfrm>
            <a:off x="7009940" y="8471243"/>
            <a:ext cx="10367290" cy="1240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ctr">
              <a:spcBef>
                <a:spcPts val="480"/>
              </a:spcBef>
              <a:spcAft>
                <a:spcPts val="0"/>
              </a:spcAft>
              <a:buClr>
                <a:srgbClr val="747474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74747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ctr">
              <a:spcBef>
                <a:spcPts val="480"/>
              </a:spcBef>
              <a:spcAft>
                <a:spcPts val="0"/>
              </a:spcAft>
              <a:buClr>
                <a:srgbClr val="747474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74747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81000" lvl="3" marL="1828800" marR="0" rtl="0" algn="ctr">
              <a:spcBef>
                <a:spcPts val="480"/>
              </a:spcBef>
              <a:spcAft>
                <a:spcPts val="0"/>
              </a:spcAft>
              <a:buClr>
                <a:srgbClr val="747474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rgbClr val="74747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81000" lvl="4" marL="2286000" marR="0" rtl="0" algn="ctr">
              <a:spcBef>
                <a:spcPts val="480"/>
              </a:spcBef>
              <a:spcAft>
                <a:spcPts val="0"/>
              </a:spcAft>
              <a:buClr>
                <a:srgbClr val="747474"/>
              </a:buClr>
              <a:buSzPts val="2400"/>
              <a:buFont typeface="Arial"/>
              <a:buChar char="»"/>
              <a:defRPr b="0" i="0" sz="2400" u="none" cap="none" strike="noStrike">
                <a:solidFill>
                  <a:srgbClr val="74747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nsors">
  <p:cSld name="Sponsors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/>
          <p:nvPr/>
        </p:nvSpPr>
        <p:spPr>
          <a:xfrm>
            <a:off x="1524191" y="834767"/>
            <a:ext cx="21186584" cy="9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4800"/>
              <a:buFont typeface="Helvetica Neue"/>
              <a:buNone/>
            </a:pPr>
            <a:r>
              <a:rPr b="1" lang="en-US" sz="4800">
                <a:solidFill>
                  <a:srgbClr val="2A609D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Our Sponsors</a:t>
            </a:r>
            <a:endParaRPr sz="4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1442485" y="5959798"/>
            <a:ext cx="7701515" cy="1073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4800"/>
              <a:buFont typeface="Arial"/>
              <a:buNone/>
              <a:defRPr b="1" i="0" sz="4800" u="none" cap="none" strike="noStrike">
                <a:solidFill>
                  <a:srgbClr val="2A609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0" name="Google Shape;170;p26"/>
          <p:cNvSpPr txBox="1"/>
          <p:nvPr>
            <p:ph idx="1" type="body"/>
          </p:nvPr>
        </p:nvSpPr>
        <p:spPr>
          <a:xfrm>
            <a:off x="1442483" y="7176851"/>
            <a:ext cx="7701516" cy="4761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9100" lvl="2" marL="13716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•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9100" lvl="3" marL="18288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–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9100" lvl="4" marL="2286000" marR="0" rtl="0" algn="l">
              <a:spcBef>
                <a:spcPts val="60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Char char="»"/>
              <a:defRPr b="0" i="0" sz="3000" u="none" cap="none" strike="noStrike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1" name="Google Shape;171;p26"/>
          <p:cNvSpPr txBox="1"/>
          <p:nvPr>
            <p:ph idx="2" type="body"/>
          </p:nvPr>
        </p:nvSpPr>
        <p:spPr>
          <a:xfrm>
            <a:off x="12193587" y="1625600"/>
            <a:ext cx="10567988" cy="104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EE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1715750"/>
            <a:ext cx="24387048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20665483" y="12854544"/>
            <a:ext cx="2807051" cy="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2400"/>
              <a:buFont typeface="Geo"/>
              <a:buNone/>
            </a:pPr>
            <a:r>
              <a:rPr b="0" i="0" lang="en-US" sz="2400" u="none" cap="none" strike="noStrike">
                <a:solidFill>
                  <a:srgbClr val="2A609D"/>
                </a:solidFill>
                <a:latin typeface="Geo"/>
                <a:ea typeface="Geo"/>
                <a:cs typeface="Geo"/>
                <a:sym typeface="Geo"/>
              </a:rPr>
              <a:t>CzechDreamin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30.png"/><Relationship Id="rId6" Type="http://schemas.openxmlformats.org/officeDocument/2006/relationships/image" Target="../media/image11.png"/><Relationship Id="rId7" Type="http://schemas.openxmlformats.org/officeDocument/2006/relationships/image" Target="../media/image2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31.png"/><Relationship Id="rId7" Type="http://schemas.openxmlformats.org/officeDocument/2006/relationships/image" Target="../media/image1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Relationship Id="rId6" Type="http://schemas.openxmlformats.org/officeDocument/2006/relationships/image" Target="../media/image28.png"/><Relationship Id="rId7" Type="http://schemas.openxmlformats.org/officeDocument/2006/relationships/image" Target="../media/image34.png"/><Relationship Id="rId8" Type="http://schemas.openxmlformats.org/officeDocument/2006/relationships/image" Target="../media/image2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1442485" y="5625731"/>
            <a:ext cx="16441478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9600"/>
              <a:buFont typeface="Arial"/>
              <a:buNone/>
            </a:pPr>
            <a:r>
              <a:rPr lang="en-US"/>
              <a:t>Slide Deck Title</a:t>
            </a:r>
            <a:endParaRPr/>
          </a:p>
        </p:txBody>
      </p: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1442485" y="7531101"/>
            <a:ext cx="16441478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3600"/>
              <a:buNone/>
            </a:pPr>
            <a:r>
              <a:rPr lang="en-US"/>
              <a:t>This is just a beginning of something big.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1442485" y="5959798"/>
            <a:ext cx="7701515" cy="1073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4800"/>
              <a:buFont typeface="Arial"/>
              <a:buNone/>
            </a:pPr>
            <a:r>
              <a:rPr lang="en-US"/>
              <a:t>Header</a:t>
            </a:r>
            <a:endParaRPr/>
          </a:p>
        </p:txBody>
      </p:sp>
      <p:pic>
        <p:nvPicPr>
          <p:cNvPr id="183" name="Google Shape;183;p28"/>
          <p:cNvPicPr preferRelativeResize="0"/>
          <p:nvPr>
            <p:ph idx="2" type="pic"/>
          </p:nvPr>
        </p:nvPicPr>
        <p:blipFill/>
        <p:spPr>
          <a:xfrm>
            <a:off x="12295136" y="1625600"/>
            <a:ext cx="10466109" cy="10464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84" name="Google Shape;184;p28"/>
          <p:cNvSpPr txBox="1"/>
          <p:nvPr>
            <p:ph idx="1" type="body"/>
          </p:nvPr>
        </p:nvSpPr>
        <p:spPr>
          <a:xfrm>
            <a:off x="1442483" y="7176851"/>
            <a:ext cx="7701516" cy="4761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Add a quick description of each thing, with enough context to understand what's up.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9"/>
          <p:cNvSpPr txBox="1"/>
          <p:nvPr>
            <p:ph type="title"/>
          </p:nvPr>
        </p:nvSpPr>
        <p:spPr>
          <a:xfrm>
            <a:off x="1442485" y="2492496"/>
            <a:ext cx="7701515" cy="1073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6000"/>
              <a:buFont typeface="Arial"/>
              <a:buNone/>
            </a:pPr>
            <a:r>
              <a:rPr lang="en-US"/>
              <a:t>Header</a:t>
            </a:r>
            <a:endParaRPr/>
          </a:p>
        </p:txBody>
      </p:sp>
      <p:pic>
        <p:nvPicPr>
          <p:cNvPr id="190" name="Google Shape;190;p29"/>
          <p:cNvPicPr preferRelativeResize="0"/>
          <p:nvPr>
            <p:ph idx="2" type="pic"/>
          </p:nvPr>
        </p:nvPicPr>
        <p:blipFill/>
        <p:spPr>
          <a:xfrm>
            <a:off x="12295136" y="1625600"/>
            <a:ext cx="10466109" cy="10464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1442483" y="4078478"/>
            <a:ext cx="7701516" cy="78594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Add a quick description of each thing, with enough context to understand what's up.</a:t>
            </a:r>
            <a:endParaRPr/>
          </a:p>
        </p:txBody>
      </p:sp>
      <p:sp>
        <p:nvSpPr>
          <p:cNvPr id="192" name="Google Shape;192;p29"/>
          <p:cNvSpPr txBox="1"/>
          <p:nvPr>
            <p:ph idx="3" type="body"/>
          </p:nvPr>
        </p:nvSpPr>
        <p:spPr>
          <a:xfrm>
            <a:off x="1442483" y="1684434"/>
            <a:ext cx="7701515" cy="7525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3600"/>
              <a:buFont typeface="Arial"/>
              <a:buNone/>
            </a:pPr>
            <a:r>
              <a:rPr lang="en-US"/>
              <a:t>Subtitle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/>
          <p:nvPr>
            <p:ph type="title"/>
          </p:nvPr>
        </p:nvSpPr>
        <p:spPr>
          <a:xfrm>
            <a:off x="1442485" y="2492496"/>
            <a:ext cx="7701515" cy="1073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6000"/>
              <a:buFont typeface="Arial"/>
              <a:buNone/>
            </a:pPr>
            <a:r>
              <a:rPr lang="en-US"/>
              <a:t>Header</a:t>
            </a:r>
            <a:endParaRPr/>
          </a:p>
        </p:txBody>
      </p:sp>
      <p:pic>
        <p:nvPicPr>
          <p:cNvPr id="198" name="Google Shape;198;p30"/>
          <p:cNvPicPr preferRelativeResize="0"/>
          <p:nvPr>
            <p:ph idx="2" type="pic"/>
          </p:nvPr>
        </p:nvPicPr>
        <p:blipFill/>
        <p:spPr>
          <a:xfrm>
            <a:off x="12295136" y="0"/>
            <a:ext cx="12092039" cy="13716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199" name="Google Shape;199;p30"/>
          <p:cNvSpPr txBox="1"/>
          <p:nvPr>
            <p:ph idx="1" type="body"/>
          </p:nvPr>
        </p:nvSpPr>
        <p:spPr>
          <a:xfrm>
            <a:off x="1442483" y="4078478"/>
            <a:ext cx="7701516" cy="78594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Add a quick description of each thing, with enough context to understand what's up.</a:t>
            </a:r>
            <a:endParaRPr/>
          </a:p>
        </p:txBody>
      </p:sp>
      <p:sp>
        <p:nvSpPr>
          <p:cNvPr id="200" name="Google Shape;200;p30"/>
          <p:cNvSpPr txBox="1"/>
          <p:nvPr>
            <p:ph idx="3" type="body"/>
          </p:nvPr>
        </p:nvSpPr>
        <p:spPr>
          <a:xfrm>
            <a:off x="1442483" y="1684434"/>
            <a:ext cx="7701515" cy="7525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3600"/>
              <a:buFont typeface="Arial"/>
              <a:buNone/>
            </a:pPr>
            <a:r>
              <a:rPr lang="en-US"/>
              <a:t>Subtitle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1"/>
          <p:cNvPicPr preferRelativeResize="0"/>
          <p:nvPr>
            <p:ph idx="2" type="pic"/>
          </p:nvPr>
        </p:nvPicPr>
        <p:blipFill/>
        <p:spPr>
          <a:xfrm>
            <a:off x="0" y="0"/>
            <a:ext cx="24387175" cy="11531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06" name="Google Shape;206;p31"/>
          <p:cNvSpPr txBox="1"/>
          <p:nvPr>
            <p:ph idx="1" type="body"/>
          </p:nvPr>
        </p:nvSpPr>
        <p:spPr>
          <a:xfrm>
            <a:off x="8342765" y="12005340"/>
            <a:ext cx="7701515" cy="7525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ctr"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None/>
            </a:pPr>
            <a:r>
              <a:rPr lang="en-US"/>
              <a:t>Add a caption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/>
          <p:nvPr>
            <p:ph type="title"/>
          </p:nvPr>
        </p:nvSpPr>
        <p:spPr>
          <a:xfrm>
            <a:off x="1613102" y="1558805"/>
            <a:ext cx="20987726" cy="1073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4800"/>
              <a:buFont typeface="Arial"/>
              <a:buNone/>
            </a:pPr>
            <a:r>
              <a:rPr lang="en-US"/>
              <a:t>Image with description</a:t>
            </a:r>
            <a:endParaRPr/>
          </a:p>
        </p:txBody>
      </p:sp>
      <p:pic>
        <p:nvPicPr>
          <p:cNvPr id="212" name="Google Shape;212;p32"/>
          <p:cNvPicPr preferRelativeResize="0"/>
          <p:nvPr>
            <p:ph idx="2" type="pic"/>
          </p:nvPr>
        </p:nvPicPr>
        <p:blipFill/>
        <p:spPr>
          <a:xfrm>
            <a:off x="1625804" y="3492500"/>
            <a:ext cx="10161269" cy="5740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213" name="Google Shape;213;p32"/>
          <p:cNvPicPr preferRelativeResize="0"/>
          <p:nvPr>
            <p:ph idx="3" type="pic"/>
          </p:nvPr>
        </p:nvPicPr>
        <p:blipFill/>
        <p:spPr>
          <a:xfrm>
            <a:off x="12598604" y="3492500"/>
            <a:ext cx="10161269" cy="5740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14" name="Google Shape;214;p32"/>
          <p:cNvSpPr txBox="1"/>
          <p:nvPr>
            <p:ph idx="1" type="body"/>
          </p:nvPr>
        </p:nvSpPr>
        <p:spPr>
          <a:xfrm>
            <a:off x="1625803" y="9740900"/>
            <a:ext cx="1016127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</a:pPr>
            <a:r>
              <a:rPr lang="en-US"/>
              <a:t>First thing</a:t>
            </a:r>
            <a:endParaRPr/>
          </a:p>
        </p:txBody>
      </p:sp>
      <p:sp>
        <p:nvSpPr>
          <p:cNvPr id="215" name="Google Shape;215;p32"/>
          <p:cNvSpPr txBox="1"/>
          <p:nvPr>
            <p:ph idx="4" type="body"/>
          </p:nvPr>
        </p:nvSpPr>
        <p:spPr>
          <a:xfrm>
            <a:off x="12598604" y="9740900"/>
            <a:ext cx="1016127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</a:pPr>
            <a:r>
              <a:rPr lang="en-US"/>
              <a:t>Second thing</a:t>
            </a:r>
            <a:endParaRPr/>
          </a:p>
        </p:txBody>
      </p:sp>
      <p:sp>
        <p:nvSpPr>
          <p:cNvPr id="216" name="Google Shape;216;p32"/>
          <p:cNvSpPr txBox="1"/>
          <p:nvPr>
            <p:ph idx="5" type="body"/>
          </p:nvPr>
        </p:nvSpPr>
        <p:spPr>
          <a:xfrm>
            <a:off x="1613101" y="10548974"/>
            <a:ext cx="10173971" cy="1608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Add a quick description of each thing, with enough context to understand what's up.</a:t>
            </a:r>
            <a:endParaRPr/>
          </a:p>
        </p:txBody>
      </p:sp>
      <p:sp>
        <p:nvSpPr>
          <p:cNvPr id="217" name="Google Shape;217;p32"/>
          <p:cNvSpPr txBox="1"/>
          <p:nvPr>
            <p:ph idx="6" type="body"/>
          </p:nvPr>
        </p:nvSpPr>
        <p:spPr>
          <a:xfrm>
            <a:off x="12600103" y="10548975"/>
            <a:ext cx="10173971" cy="11286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Keep 'em short and sweet, so they're easy to scan and remember.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/>
          <p:nvPr>
            <p:ph type="title"/>
          </p:nvPr>
        </p:nvSpPr>
        <p:spPr>
          <a:xfrm>
            <a:off x="1613102" y="1558805"/>
            <a:ext cx="20987726" cy="1073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4800"/>
              <a:buFont typeface="Arial"/>
              <a:buNone/>
            </a:pPr>
            <a:r>
              <a:rPr lang="en-US"/>
              <a:t>Image with description</a:t>
            </a:r>
            <a:endParaRPr/>
          </a:p>
        </p:txBody>
      </p:sp>
      <p:pic>
        <p:nvPicPr>
          <p:cNvPr id="223" name="Google Shape;223;p33"/>
          <p:cNvPicPr preferRelativeResize="0"/>
          <p:nvPr>
            <p:ph idx="2" type="pic"/>
          </p:nvPr>
        </p:nvPicPr>
        <p:blipFill/>
        <p:spPr>
          <a:xfrm>
            <a:off x="1625805" y="3492500"/>
            <a:ext cx="6503212" cy="5740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224" name="Google Shape;224;p33"/>
          <p:cNvPicPr preferRelativeResize="0"/>
          <p:nvPr>
            <p:ph idx="3" type="pic"/>
          </p:nvPr>
        </p:nvPicPr>
        <p:blipFill/>
        <p:spPr>
          <a:xfrm>
            <a:off x="8941981" y="3492500"/>
            <a:ext cx="6503212" cy="5740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225" name="Google Shape;225;p33"/>
          <p:cNvPicPr preferRelativeResize="0"/>
          <p:nvPr>
            <p:ph idx="4" type="pic"/>
          </p:nvPr>
        </p:nvPicPr>
        <p:blipFill/>
        <p:spPr>
          <a:xfrm>
            <a:off x="16257181" y="3492500"/>
            <a:ext cx="6503212" cy="57404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26" name="Google Shape;226;p33"/>
          <p:cNvSpPr txBox="1"/>
          <p:nvPr>
            <p:ph idx="1" type="body"/>
          </p:nvPr>
        </p:nvSpPr>
        <p:spPr>
          <a:xfrm>
            <a:off x="1625803" y="9740900"/>
            <a:ext cx="6507782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</a:pPr>
            <a:r>
              <a:rPr lang="en-US"/>
              <a:t>First thing</a:t>
            </a:r>
            <a:endParaRPr/>
          </a:p>
        </p:txBody>
      </p:sp>
      <p:sp>
        <p:nvSpPr>
          <p:cNvPr id="227" name="Google Shape;227;p33"/>
          <p:cNvSpPr txBox="1"/>
          <p:nvPr>
            <p:ph idx="5" type="body"/>
          </p:nvPr>
        </p:nvSpPr>
        <p:spPr>
          <a:xfrm>
            <a:off x="1613102" y="10548974"/>
            <a:ext cx="6515916" cy="1608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Add a quick description of each thing, with enough context to understand what's up.</a:t>
            </a:r>
            <a:endParaRPr/>
          </a:p>
        </p:txBody>
      </p:sp>
      <p:sp>
        <p:nvSpPr>
          <p:cNvPr id="228" name="Google Shape;228;p33"/>
          <p:cNvSpPr txBox="1"/>
          <p:nvPr>
            <p:ph idx="6" type="body"/>
          </p:nvPr>
        </p:nvSpPr>
        <p:spPr>
          <a:xfrm>
            <a:off x="8941003" y="9740900"/>
            <a:ext cx="6507782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</a:pPr>
            <a:r>
              <a:rPr lang="en-US"/>
              <a:t>Second thing</a:t>
            </a:r>
            <a:endParaRPr/>
          </a:p>
        </p:txBody>
      </p:sp>
      <p:sp>
        <p:nvSpPr>
          <p:cNvPr id="229" name="Google Shape;229;p33"/>
          <p:cNvSpPr txBox="1"/>
          <p:nvPr>
            <p:ph idx="7" type="body"/>
          </p:nvPr>
        </p:nvSpPr>
        <p:spPr>
          <a:xfrm>
            <a:off x="8928302" y="10548974"/>
            <a:ext cx="6515916" cy="1608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Keep 'em short and sweet, so they're easy to scan and remember.</a:t>
            </a:r>
            <a:endParaRPr/>
          </a:p>
        </p:txBody>
      </p:sp>
      <p:sp>
        <p:nvSpPr>
          <p:cNvPr id="230" name="Google Shape;230;p33"/>
          <p:cNvSpPr txBox="1"/>
          <p:nvPr>
            <p:ph idx="8" type="body"/>
          </p:nvPr>
        </p:nvSpPr>
        <p:spPr>
          <a:xfrm>
            <a:off x="16256203" y="9740900"/>
            <a:ext cx="6507782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</a:pPr>
            <a:r>
              <a:rPr lang="en-US"/>
              <a:t>Third thing</a:t>
            </a:r>
            <a:endParaRPr/>
          </a:p>
        </p:txBody>
      </p:sp>
      <p:sp>
        <p:nvSpPr>
          <p:cNvPr id="231" name="Google Shape;231;p33"/>
          <p:cNvSpPr txBox="1"/>
          <p:nvPr>
            <p:ph idx="9" type="body"/>
          </p:nvPr>
        </p:nvSpPr>
        <p:spPr>
          <a:xfrm>
            <a:off x="16243502" y="10548975"/>
            <a:ext cx="6515916" cy="1168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If you've got a bunch, add another row, or use multiple copies of this slide.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4"/>
          <p:cNvSpPr txBox="1"/>
          <p:nvPr>
            <p:ph type="title"/>
          </p:nvPr>
        </p:nvSpPr>
        <p:spPr>
          <a:xfrm>
            <a:off x="1442485" y="6029159"/>
            <a:ext cx="16441478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9600"/>
              <a:buFont typeface="Arial"/>
              <a:buNone/>
            </a:pPr>
            <a:r>
              <a:rPr lang="en-US"/>
              <a:t>Section Title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5"/>
          <p:cNvSpPr txBox="1"/>
          <p:nvPr>
            <p:ph type="title"/>
          </p:nvPr>
        </p:nvSpPr>
        <p:spPr>
          <a:xfrm>
            <a:off x="1442485" y="5625731"/>
            <a:ext cx="16441478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9600"/>
              <a:buFont typeface="Arial"/>
              <a:buNone/>
            </a:pPr>
            <a:r>
              <a:rPr lang="en-US"/>
              <a:t>Section Title</a:t>
            </a:r>
            <a:endParaRPr/>
          </a:p>
        </p:txBody>
      </p:sp>
      <p:sp>
        <p:nvSpPr>
          <p:cNvPr id="242" name="Google Shape;242;p35"/>
          <p:cNvSpPr txBox="1"/>
          <p:nvPr>
            <p:ph idx="1" type="body"/>
          </p:nvPr>
        </p:nvSpPr>
        <p:spPr>
          <a:xfrm>
            <a:off x="1442485" y="7531101"/>
            <a:ext cx="16441478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3600"/>
              <a:buNone/>
            </a:pPr>
            <a:r>
              <a:rPr lang="en-US"/>
              <a:t>Quick description about the section.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"/>
          <p:cNvSpPr txBox="1"/>
          <p:nvPr>
            <p:ph type="title"/>
          </p:nvPr>
        </p:nvSpPr>
        <p:spPr>
          <a:xfrm>
            <a:off x="1442485" y="10591431"/>
            <a:ext cx="12452419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9600"/>
              <a:buFont typeface="Arial"/>
              <a:buNone/>
            </a:pPr>
            <a:r>
              <a:rPr lang="en-US"/>
              <a:t>Section Title</a:t>
            </a:r>
            <a:endParaRPr/>
          </a:p>
        </p:txBody>
      </p:sp>
      <p:sp>
        <p:nvSpPr>
          <p:cNvPr id="248" name="Google Shape;248;p36"/>
          <p:cNvSpPr txBox="1"/>
          <p:nvPr>
            <p:ph idx="1" type="body"/>
          </p:nvPr>
        </p:nvSpPr>
        <p:spPr>
          <a:xfrm>
            <a:off x="1442485" y="7851563"/>
            <a:ext cx="12452419" cy="24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3600"/>
              <a:buNone/>
            </a:pPr>
            <a:r>
              <a:rPr lang="en-US"/>
              <a:t>Quick description about the section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7"/>
          <p:cNvPicPr preferRelativeResize="0"/>
          <p:nvPr>
            <p:ph idx="2" type="pic"/>
          </p:nvPr>
        </p:nvPicPr>
        <p:blipFill/>
        <p:spPr>
          <a:xfrm>
            <a:off x="15241903" y="4419600"/>
            <a:ext cx="2743543" cy="274320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54" name="Google Shape;254;p37"/>
          <p:cNvSpPr txBox="1"/>
          <p:nvPr>
            <p:ph idx="1" type="body"/>
          </p:nvPr>
        </p:nvSpPr>
        <p:spPr>
          <a:xfrm>
            <a:off x="12182601" y="7344735"/>
            <a:ext cx="8862144" cy="1240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None/>
            </a:pPr>
            <a:r>
              <a:rPr lang="en-US"/>
              <a:t>Use this slide to briefly introduce yourself or your topic.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38"/>
          <p:cNvPicPr preferRelativeResize="0"/>
          <p:nvPr>
            <p:ph idx="2" type="pic"/>
          </p:nvPr>
        </p:nvPicPr>
        <p:blipFill/>
        <p:spPr>
          <a:xfrm>
            <a:off x="10662727" y="4419600"/>
            <a:ext cx="2743543" cy="274320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pic>
        <p:nvPicPr>
          <p:cNvPr id="260" name="Google Shape;260;p38"/>
          <p:cNvPicPr preferRelativeResize="0"/>
          <p:nvPr>
            <p:ph idx="3" type="pic"/>
          </p:nvPr>
        </p:nvPicPr>
        <p:blipFill/>
        <p:spPr>
          <a:xfrm>
            <a:off x="18109595" y="4419600"/>
            <a:ext cx="2743543" cy="274320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261" name="Google Shape;261;p38"/>
          <p:cNvSpPr txBox="1"/>
          <p:nvPr>
            <p:ph idx="1" type="body"/>
          </p:nvPr>
        </p:nvSpPr>
        <p:spPr>
          <a:xfrm>
            <a:off x="8747079" y="7344735"/>
            <a:ext cx="6574838" cy="1240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None/>
            </a:pPr>
            <a:r>
              <a:rPr lang="en-US"/>
              <a:t>Use this slide to briefly introduce yourself or your topic.</a:t>
            </a:r>
            <a:endParaRPr/>
          </a:p>
        </p:txBody>
      </p:sp>
      <p:sp>
        <p:nvSpPr>
          <p:cNvPr id="262" name="Google Shape;262;p38"/>
          <p:cNvSpPr txBox="1"/>
          <p:nvPr>
            <p:ph idx="4" type="body"/>
          </p:nvPr>
        </p:nvSpPr>
        <p:spPr>
          <a:xfrm>
            <a:off x="16193947" y="7344734"/>
            <a:ext cx="6574838" cy="12404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None/>
            </a:pPr>
            <a:r>
              <a:rPr lang="en-US"/>
              <a:t>Use this slide to briefly introduce yourself or your topic.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9"/>
          <p:cNvSpPr txBox="1"/>
          <p:nvPr>
            <p:ph type="title"/>
          </p:nvPr>
        </p:nvSpPr>
        <p:spPr>
          <a:xfrm>
            <a:off x="1442485" y="6321305"/>
            <a:ext cx="9232603" cy="1073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6000"/>
              <a:buFont typeface="Arial"/>
              <a:buNone/>
            </a:pPr>
            <a:r>
              <a:rPr lang="en-US"/>
              <a:t>Highlight</a:t>
            </a:r>
            <a:endParaRPr/>
          </a:p>
        </p:txBody>
      </p:sp>
      <p:sp>
        <p:nvSpPr>
          <p:cNvPr id="268" name="Google Shape;268;p39"/>
          <p:cNvSpPr txBox="1"/>
          <p:nvPr>
            <p:ph idx="1" type="body"/>
          </p:nvPr>
        </p:nvSpPr>
        <p:spPr>
          <a:xfrm>
            <a:off x="12193585" y="4550735"/>
            <a:ext cx="8759794" cy="4614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Use this slide to highlight a single, important thing. To keep it short and sweet, you might link away to relevant doc or file.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0"/>
          <p:cNvSpPr txBox="1"/>
          <p:nvPr>
            <p:ph type="title"/>
          </p:nvPr>
        </p:nvSpPr>
        <p:spPr>
          <a:xfrm>
            <a:off x="1442485" y="6321305"/>
            <a:ext cx="9232603" cy="1073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4800"/>
              <a:buFont typeface="Arial"/>
              <a:buNone/>
            </a:pPr>
            <a:r>
              <a:rPr lang="en-US"/>
              <a:t>Simple list</a:t>
            </a:r>
            <a:endParaRPr/>
          </a:p>
        </p:txBody>
      </p:sp>
      <p:sp>
        <p:nvSpPr>
          <p:cNvPr id="274" name="Google Shape;274;p40"/>
          <p:cNvSpPr txBox="1"/>
          <p:nvPr>
            <p:ph idx="1" type="body"/>
          </p:nvPr>
        </p:nvSpPr>
        <p:spPr>
          <a:xfrm>
            <a:off x="12303782" y="3416300"/>
            <a:ext cx="7552267" cy="631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</a:pPr>
            <a:r>
              <a:rPr lang="en-US"/>
              <a:t>First thing</a:t>
            </a:r>
            <a:endParaRPr/>
          </a:p>
        </p:txBody>
      </p:sp>
      <p:sp>
        <p:nvSpPr>
          <p:cNvPr id="275" name="Google Shape;275;p40"/>
          <p:cNvSpPr txBox="1"/>
          <p:nvPr>
            <p:ph idx="2" type="body"/>
          </p:nvPr>
        </p:nvSpPr>
        <p:spPr>
          <a:xfrm>
            <a:off x="12295136" y="4224374"/>
            <a:ext cx="7561706" cy="1757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Add a quick description of each thing, with enough context to understand what’s up.</a:t>
            </a:r>
            <a:endParaRPr/>
          </a:p>
        </p:txBody>
      </p:sp>
      <p:sp>
        <p:nvSpPr>
          <p:cNvPr id="276" name="Google Shape;276;p40"/>
          <p:cNvSpPr txBox="1"/>
          <p:nvPr>
            <p:ph idx="3" type="body"/>
          </p:nvPr>
        </p:nvSpPr>
        <p:spPr>
          <a:xfrm>
            <a:off x="12303782" y="6045200"/>
            <a:ext cx="7552267" cy="631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</a:pPr>
            <a:r>
              <a:rPr lang="en-US"/>
              <a:t>Second thing</a:t>
            </a:r>
            <a:endParaRPr/>
          </a:p>
        </p:txBody>
      </p:sp>
      <p:sp>
        <p:nvSpPr>
          <p:cNvPr id="277" name="Google Shape;277;p40"/>
          <p:cNvSpPr txBox="1"/>
          <p:nvPr>
            <p:ph idx="4" type="body"/>
          </p:nvPr>
        </p:nvSpPr>
        <p:spPr>
          <a:xfrm>
            <a:off x="12295136" y="6853274"/>
            <a:ext cx="7561706" cy="1757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Keep ‘em short and sweet, so they’re easy to scan and remember. </a:t>
            </a:r>
            <a:endParaRPr/>
          </a:p>
        </p:txBody>
      </p:sp>
      <p:sp>
        <p:nvSpPr>
          <p:cNvPr id="278" name="Google Shape;278;p40"/>
          <p:cNvSpPr txBox="1"/>
          <p:nvPr>
            <p:ph idx="5" type="body"/>
          </p:nvPr>
        </p:nvSpPr>
        <p:spPr>
          <a:xfrm>
            <a:off x="12303782" y="8674100"/>
            <a:ext cx="7552267" cy="631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</a:pPr>
            <a:r>
              <a:rPr lang="en-US"/>
              <a:t>Third thing</a:t>
            </a:r>
            <a:endParaRPr/>
          </a:p>
        </p:txBody>
      </p:sp>
      <p:sp>
        <p:nvSpPr>
          <p:cNvPr id="279" name="Google Shape;279;p40"/>
          <p:cNvSpPr txBox="1"/>
          <p:nvPr>
            <p:ph idx="6" type="body"/>
          </p:nvPr>
        </p:nvSpPr>
        <p:spPr>
          <a:xfrm>
            <a:off x="12295136" y="9482174"/>
            <a:ext cx="7561706" cy="1757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If you’ve got a bunch, add another row, or use multiple copies of this slide.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1"/>
          <p:cNvSpPr txBox="1"/>
          <p:nvPr>
            <p:ph type="title"/>
          </p:nvPr>
        </p:nvSpPr>
        <p:spPr>
          <a:xfrm>
            <a:off x="1442485" y="6321305"/>
            <a:ext cx="6106631" cy="1073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4800"/>
              <a:buFont typeface="Arial"/>
              <a:buNone/>
            </a:pPr>
            <a:r>
              <a:rPr lang="en-US"/>
              <a:t>Two columns</a:t>
            </a:r>
            <a:endParaRPr/>
          </a:p>
        </p:txBody>
      </p:sp>
      <p:sp>
        <p:nvSpPr>
          <p:cNvPr id="285" name="Google Shape;285;p41"/>
          <p:cNvSpPr txBox="1"/>
          <p:nvPr>
            <p:ph idx="1" type="body"/>
          </p:nvPr>
        </p:nvSpPr>
        <p:spPr>
          <a:xfrm>
            <a:off x="9059998" y="3416300"/>
            <a:ext cx="6339103" cy="631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</a:pPr>
            <a:r>
              <a:rPr lang="en-US"/>
              <a:t>First thing</a:t>
            </a:r>
            <a:endParaRPr/>
          </a:p>
        </p:txBody>
      </p:sp>
      <p:sp>
        <p:nvSpPr>
          <p:cNvPr id="286" name="Google Shape;286;p41"/>
          <p:cNvSpPr txBox="1"/>
          <p:nvPr>
            <p:ph idx="2" type="body"/>
          </p:nvPr>
        </p:nvSpPr>
        <p:spPr>
          <a:xfrm>
            <a:off x="9047298" y="4224374"/>
            <a:ext cx="6347026" cy="3005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Add a quick description of each thing, with enough context to understand what’s up.</a:t>
            </a:r>
            <a:endParaRPr/>
          </a:p>
        </p:txBody>
      </p:sp>
      <p:sp>
        <p:nvSpPr>
          <p:cNvPr id="287" name="Google Shape;287;p41"/>
          <p:cNvSpPr txBox="1"/>
          <p:nvPr>
            <p:ph idx="3" type="body"/>
          </p:nvPr>
        </p:nvSpPr>
        <p:spPr>
          <a:xfrm>
            <a:off x="16570793" y="3416300"/>
            <a:ext cx="6339103" cy="631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</a:pPr>
            <a:r>
              <a:rPr lang="en-US"/>
              <a:t>Second thing</a:t>
            </a:r>
            <a:endParaRPr/>
          </a:p>
        </p:txBody>
      </p:sp>
      <p:sp>
        <p:nvSpPr>
          <p:cNvPr id="288" name="Google Shape;288;p41"/>
          <p:cNvSpPr txBox="1"/>
          <p:nvPr>
            <p:ph idx="4" type="body"/>
          </p:nvPr>
        </p:nvSpPr>
        <p:spPr>
          <a:xfrm>
            <a:off x="16558093" y="4224374"/>
            <a:ext cx="6347026" cy="3005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Keep ‘em short and sweet, so they’re easy to scan and remember. </a:t>
            </a:r>
            <a:endParaRPr/>
          </a:p>
        </p:txBody>
      </p:sp>
      <p:sp>
        <p:nvSpPr>
          <p:cNvPr id="289" name="Google Shape;289;p41"/>
          <p:cNvSpPr txBox="1"/>
          <p:nvPr>
            <p:ph idx="5" type="body"/>
          </p:nvPr>
        </p:nvSpPr>
        <p:spPr>
          <a:xfrm>
            <a:off x="9059998" y="7713980"/>
            <a:ext cx="6339103" cy="631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</a:pPr>
            <a:r>
              <a:rPr lang="en-US"/>
              <a:t>Third thing</a:t>
            </a:r>
            <a:endParaRPr/>
          </a:p>
        </p:txBody>
      </p:sp>
      <p:sp>
        <p:nvSpPr>
          <p:cNvPr id="290" name="Google Shape;290;p41"/>
          <p:cNvSpPr txBox="1"/>
          <p:nvPr>
            <p:ph idx="6" type="body"/>
          </p:nvPr>
        </p:nvSpPr>
        <p:spPr>
          <a:xfrm>
            <a:off x="9047298" y="8522054"/>
            <a:ext cx="6347026" cy="3005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If you’ve got a bunch, add another row, or use multiple copies of this slide. </a:t>
            </a:r>
            <a:endParaRPr/>
          </a:p>
        </p:txBody>
      </p:sp>
      <p:sp>
        <p:nvSpPr>
          <p:cNvPr id="291" name="Google Shape;291;p41"/>
          <p:cNvSpPr txBox="1"/>
          <p:nvPr>
            <p:ph idx="7" type="body"/>
          </p:nvPr>
        </p:nvSpPr>
        <p:spPr>
          <a:xfrm>
            <a:off x="16570793" y="7713980"/>
            <a:ext cx="6339103" cy="631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</a:pPr>
            <a:r>
              <a:rPr lang="en-US"/>
              <a:t>Fourth thing</a:t>
            </a:r>
            <a:endParaRPr/>
          </a:p>
        </p:txBody>
      </p:sp>
      <p:sp>
        <p:nvSpPr>
          <p:cNvPr id="292" name="Google Shape;292;p41"/>
          <p:cNvSpPr txBox="1"/>
          <p:nvPr>
            <p:ph idx="8" type="body"/>
          </p:nvPr>
        </p:nvSpPr>
        <p:spPr>
          <a:xfrm>
            <a:off x="16558093" y="8522054"/>
            <a:ext cx="6347026" cy="3005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Keep ‘em short and sweet, so they’re easy to scan and remember.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2"/>
          <p:cNvSpPr txBox="1"/>
          <p:nvPr>
            <p:ph type="title"/>
          </p:nvPr>
        </p:nvSpPr>
        <p:spPr>
          <a:xfrm>
            <a:off x="1613102" y="1558805"/>
            <a:ext cx="20987726" cy="1073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4800"/>
              <a:buFont typeface="Arial"/>
              <a:buNone/>
            </a:pPr>
            <a:r>
              <a:rPr lang="en-US"/>
              <a:t>Simple list</a:t>
            </a:r>
            <a:endParaRPr/>
          </a:p>
        </p:txBody>
      </p:sp>
      <p:sp>
        <p:nvSpPr>
          <p:cNvPr id="298" name="Google Shape;298;p42"/>
          <p:cNvSpPr txBox="1"/>
          <p:nvPr>
            <p:ph idx="1" type="body"/>
          </p:nvPr>
        </p:nvSpPr>
        <p:spPr>
          <a:xfrm>
            <a:off x="1625802" y="6049926"/>
            <a:ext cx="6339103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</a:pPr>
            <a:r>
              <a:rPr lang="en-US"/>
              <a:t>First thing</a:t>
            </a:r>
            <a:endParaRPr/>
          </a:p>
        </p:txBody>
      </p:sp>
      <p:sp>
        <p:nvSpPr>
          <p:cNvPr id="299" name="Google Shape;299;p42"/>
          <p:cNvSpPr txBox="1"/>
          <p:nvPr>
            <p:ph idx="2" type="body"/>
          </p:nvPr>
        </p:nvSpPr>
        <p:spPr>
          <a:xfrm>
            <a:off x="1613102" y="6858000"/>
            <a:ext cx="6347026" cy="3625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Add a quick description of each thing, with enough context to understand what’s up.</a:t>
            </a:r>
            <a:endParaRPr/>
          </a:p>
        </p:txBody>
      </p:sp>
      <p:sp>
        <p:nvSpPr>
          <p:cNvPr id="300" name="Google Shape;300;p42"/>
          <p:cNvSpPr txBox="1"/>
          <p:nvPr>
            <p:ph idx="3" type="body"/>
          </p:nvPr>
        </p:nvSpPr>
        <p:spPr>
          <a:xfrm>
            <a:off x="8941002" y="6049926"/>
            <a:ext cx="6339103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</a:pPr>
            <a:r>
              <a:rPr lang="en-US"/>
              <a:t>Second thing</a:t>
            </a:r>
            <a:endParaRPr/>
          </a:p>
        </p:txBody>
      </p:sp>
      <p:sp>
        <p:nvSpPr>
          <p:cNvPr id="301" name="Google Shape;301;p42"/>
          <p:cNvSpPr txBox="1"/>
          <p:nvPr>
            <p:ph idx="4" type="body"/>
          </p:nvPr>
        </p:nvSpPr>
        <p:spPr>
          <a:xfrm>
            <a:off x="8928302" y="6858000"/>
            <a:ext cx="6347026" cy="3625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Keep ‘em short and sweet, so they’re easy to scan and remember. </a:t>
            </a:r>
            <a:endParaRPr/>
          </a:p>
        </p:txBody>
      </p:sp>
      <p:sp>
        <p:nvSpPr>
          <p:cNvPr id="302" name="Google Shape;302;p42"/>
          <p:cNvSpPr txBox="1"/>
          <p:nvPr>
            <p:ph idx="5" type="body"/>
          </p:nvPr>
        </p:nvSpPr>
        <p:spPr>
          <a:xfrm>
            <a:off x="16256202" y="6049926"/>
            <a:ext cx="6339103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</a:pPr>
            <a:r>
              <a:rPr lang="en-US"/>
              <a:t>Third thing</a:t>
            </a:r>
            <a:endParaRPr/>
          </a:p>
        </p:txBody>
      </p:sp>
      <p:sp>
        <p:nvSpPr>
          <p:cNvPr id="303" name="Google Shape;303;p42"/>
          <p:cNvSpPr txBox="1"/>
          <p:nvPr>
            <p:ph idx="6" type="body"/>
          </p:nvPr>
        </p:nvSpPr>
        <p:spPr>
          <a:xfrm>
            <a:off x="16243502" y="6858000"/>
            <a:ext cx="6347026" cy="3625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If you’ve got a bunch, add another row, or use multiple copies of this slide.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3"/>
          <p:cNvSpPr txBox="1"/>
          <p:nvPr>
            <p:ph type="title"/>
          </p:nvPr>
        </p:nvSpPr>
        <p:spPr>
          <a:xfrm>
            <a:off x="1613102" y="1558805"/>
            <a:ext cx="20987726" cy="1073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4800"/>
              <a:buFont typeface="Arial"/>
              <a:buNone/>
            </a:pPr>
            <a:r>
              <a:rPr lang="en-US"/>
              <a:t>Simple list</a:t>
            </a:r>
            <a:endParaRPr/>
          </a:p>
        </p:txBody>
      </p:sp>
      <p:sp>
        <p:nvSpPr>
          <p:cNvPr id="309" name="Google Shape;309;p43"/>
          <p:cNvSpPr txBox="1"/>
          <p:nvPr>
            <p:ph idx="1" type="body"/>
          </p:nvPr>
        </p:nvSpPr>
        <p:spPr>
          <a:xfrm>
            <a:off x="1625803" y="6049926"/>
            <a:ext cx="4766664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</a:pPr>
            <a:r>
              <a:rPr lang="en-US"/>
              <a:t>First thing</a:t>
            </a:r>
            <a:endParaRPr/>
          </a:p>
        </p:txBody>
      </p:sp>
      <p:sp>
        <p:nvSpPr>
          <p:cNvPr id="310" name="Google Shape;310;p43"/>
          <p:cNvSpPr txBox="1"/>
          <p:nvPr>
            <p:ph idx="2" type="body"/>
          </p:nvPr>
        </p:nvSpPr>
        <p:spPr>
          <a:xfrm>
            <a:off x="1613102" y="6858000"/>
            <a:ext cx="4772622" cy="3625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Add a quick description of each thing, with enough context to understand what’s up.</a:t>
            </a:r>
            <a:endParaRPr/>
          </a:p>
        </p:txBody>
      </p:sp>
      <p:sp>
        <p:nvSpPr>
          <p:cNvPr id="311" name="Google Shape;311;p43"/>
          <p:cNvSpPr txBox="1"/>
          <p:nvPr>
            <p:ph idx="3" type="body"/>
          </p:nvPr>
        </p:nvSpPr>
        <p:spPr>
          <a:xfrm>
            <a:off x="7112203" y="6049926"/>
            <a:ext cx="4766664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</a:pPr>
            <a:r>
              <a:rPr lang="en-US"/>
              <a:t>Second thing</a:t>
            </a:r>
            <a:endParaRPr/>
          </a:p>
        </p:txBody>
      </p:sp>
      <p:sp>
        <p:nvSpPr>
          <p:cNvPr id="312" name="Google Shape;312;p43"/>
          <p:cNvSpPr txBox="1"/>
          <p:nvPr>
            <p:ph idx="4" type="body"/>
          </p:nvPr>
        </p:nvSpPr>
        <p:spPr>
          <a:xfrm>
            <a:off x="7099502" y="6858000"/>
            <a:ext cx="4772622" cy="3625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Keep ‘em short and sweet, so they’re easy to scan and remember. </a:t>
            </a:r>
            <a:endParaRPr/>
          </a:p>
        </p:txBody>
      </p:sp>
      <p:sp>
        <p:nvSpPr>
          <p:cNvPr id="313" name="Google Shape;313;p43"/>
          <p:cNvSpPr txBox="1"/>
          <p:nvPr>
            <p:ph idx="5" type="body"/>
          </p:nvPr>
        </p:nvSpPr>
        <p:spPr>
          <a:xfrm>
            <a:off x="12621463" y="6049926"/>
            <a:ext cx="4766664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</a:pPr>
            <a:r>
              <a:rPr lang="en-US"/>
              <a:t>Third thing</a:t>
            </a:r>
            <a:endParaRPr/>
          </a:p>
        </p:txBody>
      </p:sp>
      <p:sp>
        <p:nvSpPr>
          <p:cNvPr id="314" name="Google Shape;314;p43"/>
          <p:cNvSpPr txBox="1"/>
          <p:nvPr>
            <p:ph idx="6" type="body"/>
          </p:nvPr>
        </p:nvSpPr>
        <p:spPr>
          <a:xfrm>
            <a:off x="12608762" y="6858000"/>
            <a:ext cx="4772622" cy="3625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If you’ve got a bunch, add another row, or use multiple copies of this slide. </a:t>
            </a:r>
            <a:endParaRPr/>
          </a:p>
        </p:txBody>
      </p:sp>
      <p:sp>
        <p:nvSpPr>
          <p:cNvPr id="315" name="Google Shape;315;p43"/>
          <p:cNvSpPr txBox="1"/>
          <p:nvPr>
            <p:ph idx="7" type="body"/>
          </p:nvPr>
        </p:nvSpPr>
        <p:spPr>
          <a:xfrm>
            <a:off x="18062143" y="6049926"/>
            <a:ext cx="4766664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</a:pPr>
            <a:r>
              <a:rPr lang="en-US"/>
              <a:t>Fourth thing</a:t>
            </a:r>
            <a:endParaRPr/>
          </a:p>
        </p:txBody>
      </p:sp>
      <p:sp>
        <p:nvSpPr>
          <p:cNvPr id="316" name="Google Shape;316;p43"/>
          <p:cNvSpPr txBox="1"/>
          <p:nvPr>
            <p:ph idx="8" type="body"/>
          </p:nvPr>
        </p:nvSpPr>
        <p:spPr>
          <a:xfrm>
            <a:off x="18049442" y="6858000"/>
            <a:ext cx="4772622" cy="36257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/>
              <a:t>Keep ‘em short and sweet, so they’re easy to scan and remember.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4"/>
          <p:cNvSpPr txBox="1"/>
          <p:nvPr>
            <p:ph type="title"/>
          </p:nvPr>
        </p:nvSpPr>
        <p:spPr>
          <a:xfrm>
            <a:off x="1613102" y="1558805"/>
            <a:ext cx="20987726" cy="10733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4800"/>
              <a:buFont typeface="Arial"/>
              <a:buNone/>
            </a:pPr>
            <a:r>
              <a:rPr lang="en-US"/>
              <a:t>Principles</a:t>
            </a:r>
            <a:endParaRPr/>
          </a:p>
        </p:txBody>
      </p:sp>
      <p:sp>
        <p:nvSpPr>
          <p:cNvPr id="322" name="Google Shape;322;p44"/>
          <p:cNvSpPr txBox="1"/>
          <p:nvPr>
            <p:ph idx="1" type="body"/>
          </p:nvPr>
        </p:nvSpPr>
        <p:spPr>
          <a:xfrm>
            <a:off x="2235479" y="4160898"/>
            <a:ext cx="531982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</a:pPr>
            <a:r>
              <a:rPr lang="en-US"/>
              <a:t>Principle 1</a:t>
            </a:r>
            <a:endParaRPr/>
          </a:p>
        </p:txBody>
      </p:sp>
      <p:sp>
        <p:nvSpPr>
          <p:cNvPr id="323" name="Google Shape;323;p44"/>
          <p:cNvSpPr txBox="1"/>
          <p:nvPr>
            <p:ph idx="2" type="body"/>
          </p:nvPr>
        </p:nvSpPr>
        <p:spPr>
          <a:xfrm>
            <a:off x="2235480" y="5358810"/>
            <a:ext cx="5319826" cy="60203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/>
              <a:t>This is what we believe</a:t>
            </a:r>
            <a:endParaRPr/>
          </a:p>
        </p:txBody>
      </p:sp>
      <p:sp>
        <p:nvSpPr>
          <p:cNvPr id="324" name="Google Shape;324;p44"/>
          <p:cNvSpPr txBox="1"/>
          <p:nvPr>
            <p:ph idx="3" type="body"/>
          </p:nvPr>
        </p:nvSpPr>
        <p:spPr>
          <a:xfrm>
            <a:off x="9550679" y="4160898"/>
            <a:ext cx="531982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</a:pPr>
            <a:r>
              <a:rPr lang="en-US"/>
              <a:t>Principle 2</a:t>
            </a:r>
            <a:endParaRPr/>
          </a:p>
        </p:txBody>
      </p:sp>
      <p:sp>
        <p:nvSpPr>
          <p:cNvPr id="325" name="Google Shape;325;p44"/>
          <p:cNvSpPr txBox="1"/>
          <p:nvPr>
            <p:ph idx="4" type="body"/>
          </p:nvPr>
        </p:nvSpPr>
        <p:spPr>
          <a:xfrm>
            <a:off x="9550680" y="5358810"/>
            <a:ext cx="5319826" cy="60203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/>
              <a:t>It’s how we make decisions.</a:t>
            </a:r>
            <a:endParaRPr/>
          </a:p>
        </p:txBody>
      </p:sp>
      <p:sp>
        <p:nvSpPr>
          <p:cNvPr id="326" name="Google Shape;326;p44"/>
          <p:cNvSpPr txBox="1"/>
          <p:nvPr>
            <p:ph idx="5" type="body"/>
          </p:nvPr>
        </p:nvSpPr>
        <p:spPr>
          <a:xfrm>
            <a:off x="16865879" y="4160898"/>
            <a:ext cx="531982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</a:pPr>
            <a:r>
              <a:rPr lang="en-US"/>
              <a:t>Principle 3</a:t>
            </a:r>
            <a:endParaRPr/>
          </a:p>
        </p:txBody>
      </p:sp>
      <p:sp>
        <p:nvSpPr>
          <p:cNvPr id="327" name="Google Shape;327;p44"/>
          <p:cNvSpPr txBox="1"/>
          <p:nvPr>
            <p:ph idx="6" type="body"/>
          </p:nvPr>
        </p:nvSpPr>
        <p:spPr>
          <a:xfrm>
            <a:off x="16865880" y="5358810"/>
            <a:ext cx="5319826" cy="60203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/>
              <a:t>And what we aim to achieve.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5"/>
          <p:cNvSpPr txBox="1"/>
          <p:nvPr>
            <p:ph type="title"/>
          </p:nvPr>
        </p:nvSpPr>
        <p:spPr>
          <a:xfrm>
            <a:off x="1442484" y="4894816"/>
            <a:ext cx="6432565" cy="14726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9600"/>
              <a:buFont typeface="Arial"/>
              <a:buNone/>
            </a:pPr>
            <a:r>
              <a:rPr lang="en-US"/>
              <a:t>XX%</a:t>
            </a:r>
            <a:endParaRPr/>
          </a:p>
        </p:txBody>
      </p:sp>
      <p:sp>
        <p:nvSpPr>
          <p:cNvPr id="333" name="Google Shape;333;p45"/>
          <p:cNvSpPr txBox="1"/>
          <p:nvPr>
            <p:ph idx="1" type="body"/>
          </p:nvPr>
        </p:nvSpPr>
        <p:spPr>
          <a:xfrm>
            <a:off x="1442485" y="6445251"/>
            <a:ext cx="12656288" cy="15504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Highlight a key metric—like a goal, objective, or insight—that supports the narrative of your deck.</a:t>
            </a:r>
            <a:endParaRPr/>
          </a:p>
        </p:txBody>
      </p:sp>
      <p:sp>
        <p:nvSpPr>
          <p:cNvPr id="334" name="Google Shape;334;p45"/>
          <p:cNvSpPr txBox="1"/>
          <p:nvPr>
            <p:ph idx="2" type="body"/>
          </p:nvPr>
        </p:nvSpPr>
        <p:spPr>
          <a:xfrm>
            <a:off x="1442485" y="7995684"/>
            <a:ext cx="12656288" cy="2025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Add a link to a relevant doc or dashboard.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6"/>
          <p:cNvSpPr txBox="1"/>
          <p:nvPr>
            <p:ph type="title"/>
          </p:nvPr>
        </p:nvSpPr>
        <p:spPr>
          <a:xfrm>
            <a:off x="1442485" y="5959798"/>
            <a:ext cx="7701515" cy="1073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4800"/>
              <a:buFont typeface="Arial"/>
              <a:buNone/>
            </a:pPr>
            <a:r>
              <a:rPr lang="en-US"/>
              <a:t>Chart title</a:t>
            </a:r>
            <a:endParaRPr/>
          </a:p>
        </p:txBody>
      </p:sp>
      <p:sp>
        <p:nvSpPr>
          <p:cNvPr id="340" name="Google Shape;340;p46"/>
          <p:cNvSpPr/>
          <p:nvPr>
            <p:ph idx="2" type="chart"/>
          </p:nvPr>
        </p:nvSpPr>
        <p:spPr>
          <a:xfrm>
            <a:off x="10611853" y="1592191"/>
            <a:ext cx="11784533" cy="102949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397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46"/>
          <p:cNvSpPr txBox="1"/>
          <p:nvPr>
            <p:ph idx="1" type="body"/>
          </p:nvPr>
        </p:nvSpPr>
        <p:spPr>
          <a:xfrm>
            <a:off x="1442484" y="7176850"/>
            <a:ext cx="7701515" cy="4761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000"/>
              <a:buNone/>
            </a:pPr>
            <a:r>
              <a:rPr lang="en-US"/>
              <a:t>Show through the power of charts what you are thinking of.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7"/>
          <p:cNvSpPr txBox="1"/>
          <p:nvPr>
            <p:ph type="title"/>
          </p:nvPr>
        </p:nvSpPr>
        <p:spPr>
          <a:xfrm>
            <a:off x="1442485" y="5959798"/>
            <a:ext cx="7701515" cy="1073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4800"/>
              <a:buFont typeface="Arial"/>
              <a:buNone/>
            </a:pPr>
            <a:r>
              <a:rPr lang="en-US"/>
              <a:t>Desktop Designs</a:t>
            </a:r>
            <a:endParaRPr/>
          </a:p>
        </p:txBody>
      </p:sp>
      <p:pic>
        <p:nvPicPr>
          <p:cNvPr id="347" name="Google Shape;347;p47"/>
          <p:cNvPicPr preferRelativeResize="0"/>
          <p:nvPr>
            <p:ph idx="2" type="pic"/>
          </p:nvPr>
        </p:nvPicPr>
        <p:blipFill/>
        <p:spPr>
          <a:xfrm>
            <a:off x="13262736" y="2130274"/>
            <a:ext cx="14630400" cy="896053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348" name="Google Shape;348;p47"/>
          <p:cNvSpPr txBox="1"/>
          <p:nvPr>
            <p:ph idx="1" type="body"/>
          </p:nvPr>
        </p:nvSpPr>
        <p:spPr>
          <a:xfrm>
            <a:off x="1442484" y="7176850"/>
            <a:ext cx="7701515" cy="4761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000"/>
              <a:buNone/>
            </a:pPr>
            <a:r>
              <a:rPr lang="en-US"/>
              <a:t>Support your visuals with a bit of context, then link away to the designs. To really wow the crowd, paste in a Figma prototype.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48"/>
          <p:cNvPicPr preferRelativeResize="0"/>
          <p:nvPr>
            <p:ph idx="2" type="pic"/>
          </p:nvPr>
        </p:nvPicPr>
        <p:blipFill/>
        <p:spPr>
          <a:xfrm>
            <a:off x="4875656" y="1677660"/>
            <a:ext cx="14651695" cy="952185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9"/>
          <p:cNvSpPr txBox="1"/>
          <p:nvPr>
            <p:ph type="title"/>
          </p:nvPr>
        </p:nvSpPr>
        <p:spPr>
          <a:xfrm>
            <a:off x="1442485" y="5959798"/>
            <a:ext cx="7701515" cy="1073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4800"/>
              <a:buFont typeface="Arial"/>
              <a:buNone/>
            </a:pPr>
            <a:r>
              <a:rPr lang="en-US"/>
              <a:t>Key metrics</a:t>
            </a:r>
            <a:endParaRPr/>
          </a:p>
        </p:txBody>
      </p:sp>
      <p:sp>
        <p:nvSpPr>
          <p:cNvPr id="359" name="Google Shape;359;p49"/>
          <p:cNvSpPr txBox="1"/>
          <p:nvPr>
            <p:ph idx="1" type="body"/>
          </p:nvPr>
        </p:nvSpPr>
        <p:spPr>
          <a:xfrm>
            <a:off x="1442484" y="7176850"/>
            <a:ext cx="7701515" cy="4761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000"/>
              <a:buNone/>
            </a:pPr>
            <a:r>
              <a:rPr lang="en-US"/>
              <a:t>Show through the power of charts what you are thinking of.</a:t>
            </a:r>
            <a:endParaRPr/>
          </a:p>
        </p:txBody>
      </p:sp>
      <p:sp>
        <p:nvSpPr>
          <p:cNvPr id="360" name="Google Shape;360;p49"/>
          <p:cNvSpPr/>
          <p:nvPr/>
        </p:nvSpPr>
        <p:spPr>
          <a:xfrm>
            <a:off x="14784648" y="4127500"/>
            <a:ext cx="8129016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Metric 1</a:t>
            </a:r>
            <a:endParaRPr b="1"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9"/>
          <p:cNvSpPr/>
          <p:nvPr/>
        </p:nvSpPr>
        <p:spPr>
          <a:xfrm>
            <a:off x="14784648" y="4838700"/>
            <a:ext cx="807821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Add a description or highlight changes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9"/>
          <p:cNvSpPr/>
          <p:nvPr/>
        </p:nvSpPr>
        <p:spPr>
          <a:xfrm>
            <a:off x="14784648" y="6286500"/>
            <a:ext cx="8129016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Metric 2</a:t>
            </a:r>
            <a:endParaRPr b="1"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9"/>
          <p:cNvSpPr/>
          <p:nvPr/>
        </p:nvSpPr>
        <p:spPr>
          <a:xfrm>
            <a:off x="14784648" y="6997700"/>
            <a:ext cx="807821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Add a description or highlight changes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9"/>
          <p:cNvSpPr/>
          <p:nvPr/>
        </p:nvSpPr>
        <p:spPr>
          <a:xfrm>
            <a:off x="14784648" y="8445500"/>
            <a:ext cx="8129016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Metric 3</a:t>
            </a:r>
            <a:endParaRPr b="1"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9"/>
          <p:cNvSpPr/>
          <p:nvPr/>
        </p:nvSpPr>
        <p:spPr>
          <a:xfrm>
            <a:off x="14784648" y="9156700"/>
            <a:ext cx="807821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Add a description or highlight changes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9"/>
          <p:cNvSpPr/>
          <p:nvPr/>
        </p:nvSpPr>
        <p:spPr>
          <a:xfrm>
            <a:off x="12295137" y="4127500"/>
            <a:ext cx="2438705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XX%</a:t>
            </a:r>
            <a:endParaRPr b="1" sz="6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49"/>
          <p:cNvSpPr/>
          <p:nvPr/>
        </p:nvSpPr>
        <p:spPr>
          <a:xfrm>
            <a:off x="12295137" y="6286500"/>
            <a:ext cx="2438705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XX%</a:t>
            </a:r>
            <a:endParaRPr b="1" sz="6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9"/>
          <p:cNvSpPr/>
          <p:nvPr/>
        </p:nvSpPr>
        <p:spPr>
          <a:xfrm>
            <a:off x="12295137" y="8445500"/>
            <a:ext cx="2438705" cy="11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XX%</a:t>
            </a:r>
            <a:endParaRPr b="1" sz="6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0"/>
          <p:cNvSpPr txBox="1"/>
          <p:nvPr>
            <p:ph type="title"/>
          </p:nvPr>
        </p:nvSpPr>
        <p:spPr>
          <a:xfrm>
            <a:off x="1442485" y="5959798"/>
            <a:ext cx="7701515" cy="1073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4800"/>
              <a:buFont typeface="Arial"/>
              <a:buNone/>
            </a:pPr>
            <a:r>
              <a:rPr lang="en-US"/>
              <a:t>Metrics</a:t>
            </a:r>
            <a:endParaRPr/>
          </a:p>
        </p:txBody>
      </p:sp>
      <p:sp>
        <p:nvSpPr>
          <p:cNvPr id="374" name="Google Shape;374;p50"/>
          <p:cNvSpPr txBox="1"/>
          <p:nvPr>
            <p:ph idx="1" type="body"/>
          </p:nvPr>
        </p:nvSpPr>
        <p:spPr>
          <a:xfrm>
            <a:off x="1442484" y="7176850"/>
            <a:ext cx="7701515" cy="4761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000"/>
              <a:buNone/>
            </a:pPr>
            <a:r>
              <a:rPr lang="en-US"/>
              <a:t>Show through the power of charts what you are thinking of.</a:t>
            </a:r>
            <a:endParaRPr/>
          </a:p>
        </p:txBody>
      </p:sp>
      <p:sp>
        <p:nvSpPr>
          <p:cNvPr id="375" name="Google Shape;375;p50"/>
          <p:cNvSpPr/>
          <p:nvPr/>
        </p:nvSpPr>
        <p:spPr>
          <a:xfrm>
            <a:off x="11939492" y="4051300"/>
            <a:ext cx="5309264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600"/>
              <a:buFont typeface="Arial"/>
              <a:buNone/>
            </a:pPr>
            <a:r>
              <a:rPr lang="en-US" sz="96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61%</a:t>
            </a:r>
            <a:endParaRPr sz="9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50"/>
          <p:cNvSpPr/>
          <p:nvPr/>
        </p:nvSpPr>
        <p:spPr>
          <a:xfrm>
            <a:off x="11939492" y="5511800"/>
            <a:ext cx="5055232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</a:pPr>
            <a:r>
              <a:rPr lang="en-US" sz="36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Metric 1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50"/>
          <p:cNvSpPr/>
          <p:nvPr/>
        </p:nvSpPr>
        <p:spPr>
          <a:xfrm>
            <a:off x="11939492" y="7416800"/>
            <a:ext cx="5309264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600"/>
              <a:buFont typeface="Arial"/>
              <a:buNone/>
            </a:pPr>
            <a:r>
              <a:rPr lang="en-US" sz="96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55%</a:t>
            </a:r>
            <a:endParaRPr sz="9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50"/>
          <p:cNvSpPr/>
          <p:nvPr/>
        </p:nvSpPr>
        <p:spPr>
          <a:xfrm>
            <a:off x="11939492" y="8978900"/>
            <a:ext cx="5055232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</a:pPr>
            <a:r>
              <a:rPr lang="en-US" sz="36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Metric 3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50"/>
          <p:cNvSpPr/>
          <p:nvPr/>
        </p:nvSpPr>
        <p:spPr>
          <a:xfrm>
            <a:off x="17858432" y="4051300"/>
            <a:ext cx="5309264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600"/>
              <a:buFont typeface="Arial"/>
              <a:buNone/>
            </a:pPr>
            <a:r>
              <a:rPr lang="en-US" sz="96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56%</a:t>
            </a:r>
            <a:endParaRPr sz="9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50"/>
          <p:cNvSpPr/>
          <p:nvPr/>
        </p:nvSpPr>
        <p:spPr>
          <a:xfrm>
            <a:off x="17858432" y="5511800"/>
            <a:ext cx="5055232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</a:pPr>
            <a:r>
              <a:rPr lang="en-US" sz="36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Metric 2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50"/>
          <p:cNvSpPr/>
          <p:nvPr/>
        </p:nvSpPr>
        <p:spPr>
          <a:xfrm>
            <a:off x="17858432" y="7416800"/>
            <a:ext cx="5309264" cy="18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9600"/>
              <a:buFont typeface="Arial"/>
              <a:buNone/>
            </a:pPr>
            <a:r>
              <a:rPr lang="en-US" sz="96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48%</a:t>
            </a:r>
            <a:endParaRPr sz="9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50"/>
          <p:cNvSpPr/>
          <p:nvPr/>
        </p:nvSpPr>
        <p:spPr>
          <a:xfrm>
            <a:off x="17858432" y="8978900"/>
            <a:ext cx="5055232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Font typeface="Arial"/>
              <a:buNone/>
            </a:pPr>
            <a:r>
              <a:rPr lang="en-US" sz="36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Metric 4</a:t>
            </a:r>
            <a:endParaRPr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1"/>
          <p:cNvSpPr/>
          <p:nvPr/>
        </p:nvSpPr>
        <p:spPr>
          <a:xfrm>
            <a:off x="5842730" y="3873500"/>
            <a:ext cx="4267733" cy="31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51"/>
          <p:cNvSpPr/>
          <p:nvPr/>
        </p:nvSpPr>
        <p:spPr>
          <a:xfrm>
            <a:off x="5842730" y="3873500"/>
            <a:ext cx="4390515" cy="630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900"/>
              <a:buFont typeface="Arial"/>
              <a:buNone/>
            </a:pPr>
            <a:r>
              <a:rPr b="1" lang="en-US" sz="29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H1 2025</a:t>
            </a:r>
            <a:endParaRPr b="1"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51"/>
          <p:cNvSpPr/>
          <p:nvPr/>
        </p:nvSpPr>
        <p:spPr>
          <a:xfrm>
            <a:off x="5842730" y="4533900"/>
            <a:ext cx="4369346" cy="1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Use this paragraph space to say a bit more about each one—specific goals, definitions, etc.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90" name="Google Shape;39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0029" y="6299200"/>
            <a:ext cx="25403" cy="7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51"/>
          <p:cNvSpPr/>
          <p:nvPr/>
        </p:nvSpPr>
        <p:spPr>
          <a:xfrm>
            <a:off x="14276584" y="4279900"/>
            <a:ext cx="4267733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51"/>
          <p:cNvSpPr/>
          <p:nvPr/>
        </p:nvSpPr>
        <p:spPr>
          <a:xfrm>
            <a:off x="14276584" y="4279900"/>
            <a:ext cx="4390515" cy="630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900"/>
              <a:buFont typeface="Arial"/>
              <a:buNone/>
            </a:pPr>
            <a:r>
              <a:rPr b="1" lang="en-US" sz="29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H1 2025</a:t>
            </a:r>
            <a:endParaRPr b="1"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51"/>
          <p:cNvSpPr/>
          <p:nvPr/>
        </p:nvSpPr>
        <p:spPr>
          <a:xfrm>
            <a:off x="14276584" y="4940300"/>
            <a:ext cx="4369346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If you only have a few milestones, just chop what you don’t need.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94" name="Google Shape;39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63883" y="6299200"/>
            <a:ext cx="25403" cy="7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51"/>
          <p:cNvSpPr/>
          <p:nvPr/>
        </p:nvSpPr>
        <p:spPr>
          <a:xfrm>
            <a:off x="10059657" y="7023100"/>
            <a:ext cx="4267733" cy="31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396" name="Google Shape;396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46956" y="7010400"/>
            <a:ext cx="25403" cy="7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51"/>
          <p:cNvSpPr/>
          <p:nvPr/>
        </p:nvSpPr>
        <p:spPr>
          <a:xfrm>
            <a:off x="10059657" y="7886700"/>
            <a:ext cx="4390515" cy="630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900"/>
              <a:buFont typeface="Arial"/>
              <a:buNone/>
            </a:pPr>
            <a:r>
              <a:rPr b="1" lang="en-US" sz="29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H2 2025</a:t>
            </a:r>
            <a:endParaRPr b="1"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51"/>
          <p:cNvSpPr/>
          <p:nvPr/>
        </p:nvSpPr>
        <p:spPr>
          <a:xfrm>
            <a:off x="10059657" y="8547100"/>
            <a:ext cx="4369346" cy="17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If you need to squeeze in more than five milestones, you can duplicate and move around these text blocks as needed.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51"/>
          <p:cNvSpPr/>
          <p:nvPr/>
        </p:nvSpPr>
        <p:spPr>
          <a:xfrm>
            <a:off x="18493511" y="7023100"/>
            <a:ext cx="4267733" cy="23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00" name="Google Shape;40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480810" y="7010400"/>
            <a:ext cx="25403" cy="7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51"/>
          <p:cNvSpPr/>
          <p:nvPr/>
        </p:nvSpPr>
        <p:spPr>
          <a:xfrm>
            <a:off x="18493511" y="7886700"/>
            <a:ext cx="4390515" cy="630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900"/>
              <a:buFont typeface="Arial"/>
              <a:buNone/>
            </a:pPr>
            <a:r>
              <a:rPr b="1" lang="en-US" sz="29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June 2024</a:t>
            </a:r>
            <a:endParaRPr b="1"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51"/>
          <p:cNvSpPr/>
          <p:nvPr/>
        </p:nvSpPr>
        <p:spPr>
          <a:xfrm>
            <a:off x="18493511" y="8547100"/>
            <a:ext cx="436934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We ran out of stuff to write here—you get the idea.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51"/>
          <p:cNvSpPr/>
          <p:nvPr/>
        </p:nvSpPr>
        <p:spPr>
          <a:xfrm>
            <a:off x="1625803" y="7023100"/>
            <a:ext cx="4267733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04" name="Google Shape;40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3102" y="7010400"/>
            <a:ext cx="25403" cy="7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51"/>
          <p:cNvSpPr/>
          <p:nvPr/>
        </p:nvSpPr>
        <p:spPr>
          <a:xfrm>
            <a:off x="1625803" y="7886700"/>
            <a:ext cx="4390515" cy="6307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7931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900"/>
              <a:buFont typeface="Arial"/>
              <a:buNone/>
            </a:pPr>
            <a:r>
              <a:rPr b="1" lang="en-US" sz="29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H2 2024</a:t>
            </a:r>
            <a:endParaRPr b="1"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51"/>
          <p:cNvSpPr/>
          <p:nvPr/>
        </p:nvSpPr>
        <p:spPr>
          <a:xfrm>
            <a:off x="1625803" y="8547100"/>
            <a:ext cx="4369346" cy="13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This slide is for mapping out important dates, checkpoints, or other sequential bits.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51"/>
          <p:cNvSpPr/>
          <p:nvPr/>
        </p:nvSpPr>
        <p:spPr>
          <a:xfrm>
            <a:off x="1625803" y="1625600"/>
            <a:ext cx="21287861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2A609D"/>
                </a:solidFill>
                <a:latin typeface="Arial"/>
                <a:ea typeface="Arial"/>
                <a:cs typeface="Arial"/>
                <a:sym typeface="Arial"/>
              </a:rPr>
              <a:t>Timeline</a:t>
            </a:r>
            <a:endParaRPr b="1" sz="3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08" name="Google Shape;408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13102" y="6997700"/>
            <a:ext cx="21173546" cy="5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2"/>
          <p:cNvSpPr txBox="1"/>
          <p:nvPr>
            <p:ph type="title"/>
          </p:nvPr>
        </p:nvSpPr>
        <p:spPr>
          <a:xfrm>
            <a:off x="1442485" y="5959798"/>
            <a:ext cx="7701515" cy="1073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4800"/>
              <a:buFont typeface="Arial"/>
              <a:buNone/>
            </a:pPr>
            <a:r>
              <a:rPr lang="en-US"/>
              <a:t>Overlaps</a:t>
            </a:r>
            <a:endParaRPr/>
          </a:p>
        </p:txBody>
      </p:sp>
      <p:sp>
        <p:nvSpPr>
          <p:cNvPr id="414" name="Google Shape;414;p52"/>
          <p:cNvSpPr txBox="1"/>
          <p:nvPr>
            <p:ph idx="1" type="body"/>
          </p:nvPr>
        </p:nvSpPr>
        <p:spPr>
          <a:xfrm>
            <a:off x="1442484" y="7176850"/>
            <a:ext cx="7701515" cy="4761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000"/>
              <a:buNone/>
            </a:pPr>
            <a:r>
              <a:rPr lang="en-US"/>
              <a:t>Show how a few nested concepts relate to one another.</a:t>
            </a:r>
            <a:endParaRPr/>
          </a:p>
        </p:txBody>
      </p:sp>
      <p:sp>
        <p:nvSpPr>
          <p:cNvPr id="415" name="Google Shape;415;p52"/>
          <p:cNvSpPr/>
          <p:nvPr/>
        </p:nvSpPr>
        <p:spPr>
          <a:xfrm>
            <a:off x="13108038" y="2032000"/>
            <a:ext cx="9653206" cy="96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52"/>
          <p:cNvSpPr/>
          <p:nvPr/>
        </p:nvSpPr>
        <p:spPr>
          <a:xfrm>
            <a:off x="13108038" y="2032000"/>
            <a:ext cx="9653206" cy="9652000"/>
          </a:xfrm>
          <a:prstGeom prst="roundRect">
            <a:avLst>
              <a:gd fmla="val 1557000" name="adj"/>
            </a:avLst>
          </a:prstGeom>
          <a:noFill/>
          <a:ln cap="flat" cmpd="sng" w="50800">
            <a:solidFill>
              <a:srgbClr val="4847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52"/>
          <p:cNvSpPr/>
          <p:nvPr/>
        </p:nvSpPr>
        <p:spPr>
          <a:xfrm>
            <a:off x="15813476" y="10528300"/>
            <a:ext cx="4255032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52"/>
          <p:cNvSpPr/>
          <p:nvPr/>
        </p:nvSpPr>
        <p:spPr>
          <a:xfrm>
            <a:off x="13997149" y="2032000"/>
            <a:ext cx="7874984" cy="7874000"/>
          </a:xfrm>
          <a:prstGeom prst="roundRect">
            <a:avLst>
              <a:gd fmla="val 1908581" name="adj"/>
            </a:avLst>
          </a:prstGeom>
          <a:noFill/>
          <a:ln cap="flat" cmpd="sng" w="50800">
            <a:solidFill>
              <a:srgbClr val="4847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52"/>
          <p:cNvSpPr/>
          <p:nvPr/>
        </p:nvSpPr>
        <p:spPr>
          <a:xfrm>
            <a:off x="15495937" y="8585200"/>
            <a:ext cx="4877410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Label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52"/>
          <p:cNvSpPr/>
          <p:nvPr/>
        </p:nvSpPr>
        <p:spPr>
          <a:xfrm>
            <a:off x="15013276" y="2032000"/>
            <a:ext cx="5842730" cy="5842000"/>
          </a:xfrm>
          <a:prstGeom prst="roundRect">
            <a:avLst>
              <a:gd fmla="val 2572435" name="adj"/>
            </a:avLst>
          </a:prstGeom>
          <a:noFill/>
          <a:ln cap="flat" cmpd="sng" w="50800">
            <a:solidFill>
              <a:srgbClr val="4847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52"/>
          <p:cNvSpPr/>
          <p:nvPr/>
        </p:nvSpPr>
        <p:spPr>
          <a:xfrm>
            <a:off x="16004000" y="6413500"/>
            <a:ext cx="3861283" cy="5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Label 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52"/>
          <p:cNvSpPr/>
          <p:nvPr/>
        </p:nvSpPr>
        <p:spPr>
          <a:xfrm>
            <a:off x="16029403" y="2032000"/>
            <a:ext cx="3810476" cy="3810000"/>
          </a:xfrm>
          <a:prstGeom prst="roundRect">
            <a:avLst>
              <a:gd fmla="val 3944400" name="adj"/>
            </a:avLst>
          </a:prstGeom>
          <a:solidFill>
            <a:srgbClr val="2A609D">
              <a:alpha val="12156"/>
            </a:srgbClr>
          </a:solidFill>
          <a:ln cap="flat" cmpd="sng" w="50800">
            <a:solidFill>
              <a:srgbClr val="4847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52"/>
          <p:cNvSpPr/>
          <p:nvPr/>
        </p:nvSpPr>
        <p:spPr>
          <a:xfrm>
            <a:off x="16194524" y="3581400"/>
            <a:ext cx="3480235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3"/>
          <p:cNvSpPr txBox="1"/>
          <p:nvPr>
            <p:ph type="title"/>
          </p:nvPr>
        </p:nvSpPr>
        <p:spPr>
          <a:xfrm>
            <a:off x="1442485" y="5959798"/>
            <a:ext cx="7701515" cy="1073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4800"/>
              <a:buFont typeface="Arial"/>
              <a:buNone/>
            </a:pPr>
            <a:r>
              <a:rPr lang="en-US"/>
              <a:t>2 x 2 Matrix</a:t>
            </a:r>
            <a:endParaRPr/>
          </a:p>
        </p:txBody>
      </p:sp>
      <p:sp>
        <p:nvSpPr>
          <p:cNvPr id="429" name="Google Shape;429;p53"/>
          <p:cNvSpPr txBox="1"/>
          <p:nvPr>
            <p:ph idx="1" type="body"/>
          </p:nvPr>
        </p:nvSpPr>
        <p:spPr>
          <a:xfrm>
            <a:off x="1442484" y="7176850"/>
            <a:ext cx="7701515" cy="4761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000"/>
              <a:buNone/>
            </a:pPr>
            <a:r>
              <a:rPr lang="en-US"/>
              <a:t>Show where a few concepts live on 2 different scales.</a:t>
            </a:r>
            <a:endParaRPr/>
          </a:p>
        </p:txBody>
      </p:sp>
      <p:sp>
        <p:nvSpPr>
          <p:cNvPr id="430" name="Google Shape;430;p53"/>
          <p:cNvSpPr/>
          <p:nvPr/>
        </p:nvSpPr>
        <p:spPr>
          <a:xfrm>
            <a:off x="16696237" y="1219200"/>
            <a:ext cx="851006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31" name="Google Shape;431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96337" y="1803400"/>
            <a:ext cx="50806" cy="101219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53"/>
          <p:cNvSpPr/>
          <p:nvPr/>
        </p:nvSpPr>
        <p:spPr>
          <a:xfrm>
            <a:off x="16696237" y="12103100"/>
            <a:ext cx="851006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33" name="Google Shape;433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482235" y="6654800"/>
            <a:ext cx="11279010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53"/>
          <p:cNvSpPr/>
          <p:nvPr/>
        </p:nvSpPr>
        <p:spPr>
          <a:xfrm>
            <a:off x="11431429" y="6654800"/>
            <a:ext cx="851006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35" name="Google Shape;435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409451" y="6832600"/>
            <a:ext cx="9424578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53"/>
          <p:cNvSpPr/>
          <p:nvPr/>
        </p:nvSpPr>
        <p:spPr>
          <a:xfrm>
            <a:off x="21961045" y="6654800"/>
            <a:ext cx="851006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37" name="Google Shape;437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87473" y="3429000"/>
            <a:ext cx="1905238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8" name="Google Shape;438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87473" y="7772400"/>
            <a:ext cx="1905238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9" name="Google Shape;439;p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226778" y="3733800"/>
            <a:ext cx="1295562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40" name="Google Shape;440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226778" y="7772400"/>
            <a:ext cx="1905238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445" name="Google Shape;445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18827" y="1219200"/>
            <a:ext cx="749394" cy="11264900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54"/>
          <p:cNvSpPr/>
          <p:nvPr/>
        </p:nvSpPr>
        <p:spPr>
          <a:xfrm>
            <a:off x="11768021" y="1219200"/>
            <a:ext cx="851006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47" name="Google Shape;447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68121" y="1803400"/>
            <a:ext cx="50806" cy="10096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54"/>
          <p:cNvSpPr/>
          <p:nvPr/>
        </p:nvSpPr>
        <p:spPr>
          <a:xfrm>
            <a:off x="11768021" y="12077700"/>
            <a:ext cx="851006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49" name="Google Shape;449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25803" y="6642100"/>
            <a:ext cx="21135442" cy="40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54"/>
          <p:cNvSpPr/>
          <p:nvPr/>
        </p:nvSpPr>
        <p:spPr>
          <a:xfrm>
            <a:off x="1574997" y="6642100"/>
            <a:ext cx="851006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51" name="Google Shape;451;p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53019" y="6819900"/>
            <a:ext cx="19281010" cy="5080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54"/>
          <p:cNvSpPr/>
          <p:nvPr/>
        </p:nvSpPr>
        <p:spPr>
          <a:xfrm>
            <a:off x="21961045" y="6642100"/>
            <a:ext cx="851006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53" name="Google Shape;453;p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58657" y="2832100"/>
            <a:ext cx="1905238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54" name="Google Shape;454;p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02200" y="8293100"/>
            <a:ext cx="1905238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55" name="Google Shape;455;p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241905" y="2628900"/>
            <a:ext cx="1905238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56" name="Google Shape;456;p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769521" y="7543800"/>
            <a:ext cx="1905238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55"/>
          <p:cNvSpPr txBox="1"/>
          <p:nvPr>
            <p:ph type="title"/>
          </p:nvPr>
        </p:nvSpPr>
        <p:spPr>
          <a:xfrm>
            <a:off x="1442485" y="5959798"/>
            <a:ext cx="7701515" cy="1073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4800"/>
              <a:buFont typeface="Arial"/>
              <a:buNone/>
            </a:pPr>
            <a:r>
              <a:rPr lang="en-US"/>
              <a:t>Venn diagram</a:t>
            </a:r>
            <a:endParaRPr/>
          </a:p>
        </p:txBody>
      </p:sp>
      <p:sp>
        <p:nvSpPr>
          <p:cNvPr id="462" name="Google Shape;462;p55"/>
          <p:cNvSpPr txBox="1"/>
          <p:nvPr>
            <p:ph idx="1" type="body"/>
          </p:nvPr>
        </p:nvSpPr>
        <p:spPr>
          <a:xfrm>
            <a:off x="1442484" y="7176850"/>
            <a:ext cx="7701515" cy="4761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000"/>
              <a:buNone/>
            </a:pPr>
            <a:r>
              <a:rPr lang="en-US"/>
              <a:t>Show how a few concepts relate sequentially, from top to bottom.</a:t>
            </a:r>
            <a:endParaRPr/>
          </a:p>
        </p:txBody>
      </p:sp>
      <p:pic>
        <p:nvPicPr>
          <p:cNvPr descr=" " id="463" name="Google Shape;46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40505" y="2489200"/>
            <a:ext cx="13120740" cy="873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64" name="Google Shape;464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40505" y="2489200"/>
            <a:ext cx="13120740" cy="8737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55"/>
          <p:cNvSpPr/>
          <p:nvPr/>
        </p:nvSpPr>
        <p:spPr>
          <a:xfrm>
            <a:off x="9640505" y="2489200"/>
            <a:ext cx="8725991" cy="8737600"/>
          </a:xfrm>
          <a:prstGeom prst="ellipse">
            <a:avLst/>
          </a:prstGeom>
          <a:solidFill>
            <a:srgbClr val="2A609D">
              <a:alpha val="12156"/>
            </a:srgbClr>
          </a:solidFill>
          <a:ln cap="flat" cmpd="sng" w="50800">
            <a:solidFill>
              <a:srgbClr val="2A60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55"/>
          <p:cNvSpPr/>
          <p:nvPr/>
        </p:nvSpPr>
        <p:spPr>
          <a:xfrm>
            <a:off x="14035254" y="2489200"/>
            <a:ext cx="8725991" cy="8737600"/>
          </a:xfrm>
          <a:prstGeom prst="ellipse">
            <a:avLst/>
          </a:prstGeom>
          <a:solidFill>
            <a:srgbClr val="2A609D"/>
          </a:solidFill>
          <a:ln cap="flat" cmpd="sng" w="50800">
            <a:solidFill>
              <a:srgbClr val="2A609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67" name="Google Shape;467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09851" y="3047153"/>
            <a:ext cx="4382048" cy="7608992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55"/>
          <p:cNvSpPr/>
          <p:nvPr/>
        </p:nvSpPr>
        <p:spPr>
          <a:xfrm>
            <a:off x="10491511" y="6540500"/>
            <a:ext cx="3188099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None/>
            </a:pPr>
            <a:r>
              <a:rPr lang="en-US" sz="30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Label 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55"/>
          <p:cNvSpPr/>
          <p:nvPr/>
        </p:nvSpPr>
        <p:spPr>
          <a:xfrm>
            <a:off x="14606826" y="6540500"/>
            <a:ext cx="3188099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000"/>
              <a:buFont typeface="Arial"/>
              <a:buNone/>
            </a:pPr>
            <a:r>
              <a:rPr lang="en-US" sz="30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55"/>
          <p:cNvSpPr/>
          <p:nvPr/>
        </p:nvSpPr>
        <p:spPr>
          <a:xfrm>
            <a:off x="18722140" y="6540500"/>
            <a:ext cx="3188099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56"/>
          <p:cNvSpPr txBox="1"/>
          <p:nvPr>
            <p:ph type="title"/>
          </p:nvPr>
        </p:nvSpPr>
        <p:spPr>
          <a:xfrm>
            <a:off x="1442485" y="5959798"/>
            <a:ext cx="7701515" cy="10733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A609D"/>
              </a:buClr>
              <a:buSzPts val="4800"/>
              <a:buFont typeface="Arial"/>
              <a:buNone/>
            </a:pPr>
            <a:r>
              <a:rPr lang="en-US"/>
              <a:t>Top of funnel</a:t>
            </a:r>
            <a:endParaRPr/>
          </a:p>
        </p:txBody>
      </p:sp>
      <p:sp>
        <p:nvSpPr>
          <p:cNvPr id="476" name="Google Shape;476;p56"/>
          <p:cNvSpPr txBox="1"/>
          <p:nvPr>
            <p:ph idx="1" type="body"/>
          </p:nvPr>
        </p:nvSpPr>
        <p:spPr>
          <a:xfrm>
            <a:off x="1442484" y="7176850"/>
            <a:ext cx="7701515" cy="4761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000"/>
              <a:buNone/>
            </a:pPr>
            <a:r>
              <a:rPr lang="en-US"/>
              <a:t>Show how a few concepts relate sequentially, from top to bottom.</a:t>
            </a:r>
            <a:endParaRPr/>
          </a:p>
        </p:txBody>
      </p:sp>
      <p:sp>
        <p:nvSpPr>
          <p:cNvPr id="477" name="Google Shape;477;p56"/>
          <p:cNvSpPr/>
          <p:nvPr/>
        </p:nvSpPr>
        <p:spPr>
          <a:xfrm>
            <a:off x="11583848" y="2413000"/>
            <a:ext cx="11177397" cy="88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78" name="Google Shape;47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83848" y="2413000"/>
            <a:ext cx="11177397" cy="889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79" name="Google Shape;479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613592" y="2413000"/>
            <a:ext cx="11117908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56"/>
          <p:cNvSpPr/>
          <p:nvPr/>
        </p:nvSpPr>
        <p:spPr>
          <a:xfrm>
            <a:off x="12752394" y="3046730"/>
            <a:ext cx="8840305" cy="4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81" name="Google Shape;481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13592" y="4201160"/>
            <a:ext cx="11117908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56"/>
          <p:cNvSpPr/>
          <p:nvPr/>
        </p:nvSpPr>
        <p:spPr>
          <a:xfrm>
            <a:off x="13603400" y="4834890"/>
            <a:ext cx="7138292" cy="4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83" name="Google Shape;483;p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13592" y="5989320"/>
            <a:ext cx="11117908" cy="173736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56"/>
          <p:cNvSpPr/>
          <p:nvPr/>
        </p:nvSpPr>
        <p:spPr>
          <a:xfrm>
            <a:off x="14314689" y="6623050"/>
            <a:ext cx="5715714" cy="4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85" name="Google Shape;485;p5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613592" y="7777480"/>
            <a:ext cx="11117908" cy="1737361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56"/>
          <p:cNvSpPr/>
          <p:nvPr/>
        </p:nvSpPr>
        <p:spPr>
          <a:xfrm>
            <a:off x="15064083" y="8411211"/>
            <a:ext cx="4216927" cy="4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487" name="Google Shape;487;p5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613592" y="9565641"/>
            <a:ext cx="11117908" cy="1737359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56"/>
          <p:cNvSpPr/>
          <p:nvPr/>
        </p:nvSpPr>
        <p:spPr>
          <a:xfrm>
            <a:off x="15724565" y="10199371"/>
            <a:ext cx="2895962" cy="46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84745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oogle Shape;493;p57"/>
          <p:cNvPicPr preferRelativeResize="0"/>
          <p:nvPr>
            <p:ph idx="2" type="pic"/>
          </p:nvPr>
        </p:nvPicPr>
        <p:blipFill/>
        <p:spPr>
          <a:xfrm>
            <a:off x="11165444" y="4763186"/>
            <a:ext cx="2056286" cy="2056028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494" name="Google Shape;494;p57"/>
          <p:cNvSpPr txBox="1"/>
          <p:nvPr>
            <p:ph idx="1" type="body"/>
          </p:nvPr>
        </p:nvSpPr>
        <p:spPr>
          <a:xfrm>
            <a:off x="7009941" y="7111372"/>
            <a:ext cx="10367290" cy="1240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84745"/>
              </a:buClr>
              <a:buSzPts val="3600"/>
              <a:buNone/>
            </a:pPr>
            <a:r>
              <a:rPr lang="en-US"/>
              <a:t>"This is a stellar quote from a user or customer that really stands out."</a:t>
            </a:r>
            <a:endParaRPr/>
          </a:p>
        </p:txBody>
      </p:sp>
      <p:sp>
        <p:nvSpPr>
          <p:cNvPr id="495" name="Google Shape;495;p57"/>
          <p:cNvSpPr txBox="1"/>
          <p:nvPr>
            <p:ph idx="3" type="body"/>
          </p:nvPr>
        </p:nvSpPr>
        <p:spPr>
          <a:xfrm>
            <a:off x="7009940" y="8471243"/>
            <a:ext cx="10367290" cy="1240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Full Name · Location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tív Office">
  <a:themeElements>
    <a:clrScheme name="CzechDreamin">
      <a:dk1>
        <a:srgbClr val="484745"/>
      </a:dk1>
      <a:lt1>
        <a:srgbClr val="F5F4EE"/>
      </a:lt1>
      <a:dk2>
        <a:srgbClr val="44546A"/>
      </a:dk2>
      <a:lt2>
        <a:srgbClr val="F5F4EE"/>
      </a:lt2>
      <a:accent1>
        <a:srgbClr val="2A609D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2A609D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